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2" d="100"/>
          <a:sy n="92" d="100"/>
        </p:scale>
        <p:origin x="41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3A4165-F52C-4A83-B412-50242EED5BE4}" type="doc">
      <dgm:prSet loTypeId="urn:microsoft.com/office/officeart/2005/8/layout/process5" loCatId="process" qsTypeId="urn:microsoft.com/office/officeart/2005/8/quickstyle/3d6" qsCatId="3D" csTypeId="urn:microsoft.com/office/officeart/2005/8/colors/accent3_4" csCatId="accent3" phldr="1"/>
      <dgm:spPr/>
      <dgm:t>
        <a:bodyPr/>
        <a:lstStyle/>
        <a:p>
          <a:endParaRPr lang="en-US"/>
        </a:p>
      </dgm:t>
    </dgm:pt>
    <dgm:pt modelId="{C0AD0214-7342-4174-9DFD-34F187DA78E4}">
      <dgm:prSet phldrT="[Text]"/>
      <dgm:spPr/>
      <dgm:t>
        <a:bodyPr/>
        <a:lstStyle/>
        <a:p>
          <a:pPr>
            <a:buFont typeface="Arial" panose="020B0604020202020204" pitchFamily="34" charset="0"/>
            <a:buChar char="•"/>
          </a:pPr>
          <a:r>
            <a:rPr lang="en-US" b="0" i="0" dirty="0"/>
            <a:t>Early 1980s – The Beginning:</a:t>
          </a:r>
        </a:p>
        <a:p>
          <a:pPr>
            <a:buFont typeface="Arial" panose="020B0604020202020204" pitchFamily="34" charset="0"/>
            <a:buChar char="•"/>
          </a:pPr>
          <a:r>
            <a:rPr lang="en-US" b="0" i="0" dirty="0"/>
            <a:t>The first true motherboard appeared with the IBM Personal Computer (PC) in 1981. It was called the “planar board” and contained the CPU, memory, and other essential components.</a:t>
          </a:r>
          <a:endParaRPr lang="en-US" dirty="0"/>
        </a:p>
      </dgm:t>
    </dgm:pt>
    <dgm:pt modelId="{AAA31DAE-4B76-402E-9772-D31F7C6B41FA}" type="parTrans" cxnId="{D148B2C7-C83E-4F26-B1AC-85B37766AAC7}">
      <dgm:prSet/>
      <dgm:spPr/>
      <dgm:t>
        <a:bodyPr/>
        <a:lstStyle/>
        <a:p>
          <a:endParaRPr lang="en-US"/>
        </a:p>
      </dgm:t>
    </dgm:pt>
    <dgm:pt modelId="{B938FE9E-B429-4C6A-9E58-112F6E9F24E2}" type="sibTrans" cxnId="{D148B2C7-C83E-4F26-B1AC-85B37766AAC7}">
      <dgm:prSet/>
      <dgm:spPr/>
      <dgm:t>
        <a:bodyPr/>
        <a:lstStyle/>
        <a:p>
          <a:endParaRPr lang="en-US"/>
        </a:p>
      </dgm:t>
    </dgm:pt>
    <dgm:pt modelId="{8F23A5C8-5E88-4120-A355-8488A51157C5}">
      <dgm:prSet phldrT="[Text]"/>
      <dgm:spPr/>
      <dgm:t>
        <a:bodyPr/>
        <a:lstStyle/>
        <a:p>
          <a:pPr>
            <a:buFont typeface="Arial" panose="020B0604020202020204" pitchFamily="34" charset="0"/>
            <a:buChar char="•"/>
          </a:pPr>
          <a:r>
            <a:rPr lang="en-US" b="0" i="0" dirty="0"/>
            <a:t>Mid-1980s – Expansion Era:</a:t>
          </a:r>
        </a:p>
        <a:p>
          <a:pPr>
            <a:buFont typeface="Arial" panose="020B0604020202020204" pitchFamily="34" charset="0"/>
            <a:buChar char="•"/>
          </a:pPr>
          <a:r>
            <a:rPr lang="en-US" b="0" i="0" dirty="0"/>
            <a:t>As technology advanced, motherboard designs included more expansion slots to allow users to add features like sound cards, graphics cards, and network adapters.</a:t>
          </a:r>
          <a:endParaRPr lang="en-US" dirty="0"/>
        </a:p>
      </dgm:t>
    </dgm:pt>
    <dgm:pt modelId="{27DC1F46-F4AC-4EF5-92D3-4CF2C838D8A7}" type="parTrans" cxnId="{75F26598-FFAB-4125-A62C-01B310811105}">
      <dgm:prSet/>
      <dgm:spPr/>
      <dgm:t>
        <a:bodyPr/>
        <a:lstStyle/>
        <a:p>
          <a:endParaRPr lang="en-US"/>
        </a:p>
      </dgm:t>
    </dgm:pt>
    <dgm:pt modelId="{851A4FF9-262F-4698-83DB-1E354F111121}" type="sibTrans" cxnId="{75F26598-FFAB-4125-A62C-01B310811105}">
      <dgm:prSet/>
      <dgm:spPr/>
      <dgm:t>
        <a:bodyPr/>
        <a:lstStyle/>
        <a:p>
          <a:endParaRPr lang="en-US"/>
        </a:p>
      </dgm:t>
    </dgm:pt>
    <dgm:pt modelId="{C8D69DFA-4C6B-4348-B546-F24EED7B2B6A}">
      <dgm:prSet phldrT="[Text]"/>
      <dgm:spPr/>
      <dgm:t>
        <a:bodyPr/>
        <a:lstStyle/>
        <a:p>
          <a:pPr>
            <a:buFont typeface="Arial" panose="020B0604020202020204" pitchFamily="34" charset="0"/>
            <a:buChar char="•"/>
          </a:pPr>
          <a:r>
            <a:rPr lang="en-US" b="0" i="0" dirty="0"/>
            <a:t>1990s – Standardization:</a:t>
          </a:r>
        </a:p>
        <a:p>
          <a:pPr>
            <a:buFont typeface="Arial" panose="020B0604020202020204" pitchFamily="34" charset="0"/>
            <a:buChar char="•"/>
          </a:pPr>
          <a:r>
            <a:rPr lang="en-US" b="0" i="0" dirty="0"/>
            <a:t>The AT (Advanced Technology) and later ATX (Advanced Technology Extended) form factors were developed by Intel. The ATX motherboard, introduced in 1995, became the industry standard due to better power distribution and component layout.</a:t>
          </a:r>
          <a:endParaRPr lang="en-US" dirty="0"/>
        </a:p>
      </dgm:t>
    </dgm:pt>
    <dgm:pt modelId="{FB179ADD-5D11-4498-BD7F-BE8EA907577B}" type="parTrans" cxnId="{D6F51997-B331-4376-A539-56BDAA83C2B4}">
      <dgm:prSet/>
      <dgm:spPr/>
      <dgm:t>
        <a:bodyPr/>
        <a:lstStyle/>
        <a:p>
          <a:endParaRPr lang="en-US"/>
        </a:p>
      </dgm:t>
    </dgm:pt>
    <dgm:pt modelId="{D6112DCC-7471-4809-9B55-3E4EF888D649}" type="sibTrans" cxnId="{D6F51997-B331-4376-A539-56BDAA83C2B4}">
      <dgm:prSet/>
      <dgm:spPr/>
      <dgm:t>
        <a:bodyPr/>
        <a:lstStyle/>
        <a:p>
          <a:endParaRPr lang="en-US"/>
        </a:p>
      </dgm:t>
    </dgm:pt>
    <dgm:pt modelId="{EC97D238-9448-4E93-B9F3-096077B65CB0}">
      <dgm:prSet phldrT="[Text]"/>
      <dgm:spPr/>
      <dgm:t>
        <a:bodyPr/>
        <a:lstStyle/>
        <a:p>
          <a:pPr>
            <a:buFont typeface="Arial" panose="020B0604020202020204" pitchFamily="34" charset="0"/>
            <a:buChar char="•"/>
          </a:pPr>
          <a:r>
            <a:rPr lang="en-US" b="0" i="0" dirty="0"/>
            <a:t>2000s – Integration and Speed:</a:t>
          </a:r>
        </a:p>
        <a:p>
          <a:pPr>
            <a:buFont typeface="Arial" panose="020B0604020202020204" pitchFamily="34" charset="0"/>
            <a:buChar char="•"/>
          </a:pPr>
          <a:r>
            <a:rPr lang="en-US" b="0" i="0" dirty="0"/>
            <a:t>Motherboards began integrating more features directly onto the board — such as sound, video, and networking — reducing the need for separate expansion cards.</a:t>
          </a:r>
          <a:endParaRPr lang="en-US" dirty="0"/>
        </a:p>
      </dgm:t>
    </dgm:pt>
    <dgm:pt modelId="{3296FB76-5258-49C8-8543-00582A8F913B}" type="parTrans" cxnId="{B9D63C6B-D148-444C-95CB-3542FC5BDFAF}">
      <dgm:prSet/>
      <dgm:spPr/>
      <dgm:t>
        <a:bodyPr/>
        <a:lstStyle/>
        <a:p>
          <a:endParaRPr lang="en-US"/>
        </a:p>
      </dgm:t>
    </dgm:pt>
    <dgm:pt modelId="{CE235717-F732-40D8-992D-35C58FE4C9F3}" type="sibTrans" cxnId="{B9D63C6B-D148-444C-95CB-3542FC5BDFAF}">
      <dgm:prSet/>
      <dgm:spPr/>
      <dgm:t>
        <a:bodyPr/>
        <a:lstStyle/>
        <a:p>
          <a:endParaRPr lang="en-US"/>
        </a:p>
      </dgm:t>
    </dgm:pt>
    <dgm:pt modelId="{664CE4CC-7B5A-4CDB-96AA-A0895895DDDC}">
      <dgm:prSet phldrT="[Text]"/>
      <dgm:spPr/>
      <dgm:t>
        <a:bodyPr/>
        <a:lstStyle/>
        <a:p>
          <a:pPr>
            <a:buFont typeface="Arial" panose="020B0604020202020204" pitchFamily="34" charset="0"/>
            <a:buChar char="•"/>
          </a:pPr>
          <a:r>
            <a:rPr lang="en-US" b="0" i="0" dirty="0"/>
            <a:t>2010s–Present – Modern Era:</a:t>
          </a:r>
        </a:p>
        <a:p>
          <a:pPr>
            <a:buFont typeface="Arial" panose="020B0604020202020204" pitchFamily="34" charset="0"/>
            <a:buChar char="•"/>
          </a:pPr>
          <a:r>
            <a:rPr lang="en-US" b="0" i="0" dirty="0"/>
            <a:t>Modern motherboards support high-speed processors, DDR4/DDR5 RAM, M.2 SSDs, USB-C, and Wi-Fi 6, along with advanced RGB lighting and AI-based tuning for gaming and performance optimization.</a:t>
          </a:r>
          <a:endParaRPr lang="en-US" dirty="0"/>
        </a:p>
      </dgm:t>
    </dgm:pt>
    <dgm:pt modelId="{2C5A3539-A30B-4092-8BD3-5BC2147F11C4}" type="parTrans" cxnId="{1E94D58C-D0E4-4928-BDE3-0C1F1B541EC2}">
      <dgm:prSet/>
      <dgm:spPr/>
      <dgm:t>
        <a:bodyPr/>
        <a:lstStyle/>
        <a:p>
          <a:endParaRPr lang="en-US"/>
        </a:p>
      </dgm:t>
    </dgm:pt>
    <dgm:pt modelId="{401729BF-8116-4153-A3E3-DA6C6CD71623}" type="sibTrans" cxnId="{1E94D58C-D0E4-4928-BDE3-0C1F1B541EC2}">
      <dgm:prSet/>
      <dgm:spPr/>
      <dgm:t>
        <a:bodyPr/>
        <a:lstStyle/>
        <a:p>
          <a:endParaRPr lang="en-US"/>
        </a:p>
      </dgm:t>
    </dgm:pt>
    <dgm:pt modelId="{88038CF5-ED85-4A72-BFD1-5AEC7CF4C00F}" type="pres">
      <dgm:prSet presAssocID="{B53A4165-F52C-4A83-B412-50242EED5BE4}" presName="diagram" presStyleCnt="0">
        <dgm:presLayoutVars>
          <dgm:dir/>
          <dgm:resizeHandles val="exact"/>
        </dgm:presLayoutVars>
      </dgm:prSet>
      <dgm:spPr/>
    </dgm:pt>
    <dgm:pt modelId="{65F81F38-696A-4725-9091-61470BD21021}" type="pres">
      <dgm:prSet presAssocID="{C0AD0214-7342-4174-9DFD-34F187DA78E4}" presName="node" presStyleLbl="node1" presStyleIdx="0" presStyleCnt="5">
        <dgm:presLayoutVars>
          <dgm:bulletEnabled val="1"/>
        </dgm:presLayoutVars>
      </dgm:prSet>
      <dgm:spPr/>
    </dgm:pt>
    <dgm:pt modelId="{80AE5F90-1B5A-437C-A554-0FFE542CA7EF}" type="pres">
      <dgm:prSet presAssocID="{B938FE9E-B429-4C6A-9E58-112F6E9F24E2}" presName="sibTrans" presStyleLbl="sibTrans2D1" presStyleIdx="0" presStyleCnt="4"/>
      <dgm:spPr/>
    </dgm:pt>
    <dgm:pt modelId="{C453C055-CFC6-49F5-9FAF-50937D1AA36E}" type="pres">
      <dgm:prSet presAssocID="{B938FE9E-B429-4C6A-9E58-112F6E9F24E2}" presName="connectorText" presStyleLbl="sibTrans2D1" presStyleIdx="0" presStyleCnt="4"/>
      <dgm:spPr/>
    </dgm:pt>
    <dgm:pt modelId="{A6F59DED-0179-4B59-870B-9CD7C0979F94}" type="pres">
      <dgm:prSet presAssocID="{8F23A5C8-5E88-4120-A355-8488A51157C5}" presName="node" presStyleLbl="node1" presStyleIdx="1" presStyleCnt="5">
        <dgm:presLayoutVars>
          <dgm:bulletEnabled val="1"/>
        </dgm:presLayoutVars>
      </dgm:prSet>
      <dgm:spPr/>
    </dgm:pt>
    <dgm:pt modelId="{F2646A5E-02D7-42DB-B070-94054672D142}" type="pres">
      <dgm:prSet presAssocID="{851A4FF9-262F-4698-83DB-1E354F111121}" presName="sibTrans" presStyleLbl="sibTrans2D1" presStyleIdx="1" presStyleCnt="4"/>
      <dgm:spPr/>
    </dgm:pt>
    <dgm:pt modelId="{B954D112-9D15-42E9-809D-E3A80C1E72CF}" type="pres">
      <dgm:prSet presAssocID="{851A4FF9-262F-4698-83DB-1E354F111121}" presName="connectorText" presStyleLbl="sibTrans2D1" presStyleIdx="1" presStyleCnt="4"/>
      <dgm:spPr/>
    </dgm:pt>
    <dgm:pt modelId="{433ED94B-AF31-4FC7-95C3-4697A62EA1C7}" type="pres">
      <dgm:prSet presAssocID="{C8D69DFA-4C6B-4348-B546-F24EED7B2B6A}" presName="node" presStyleLbl="node1" presStyleIdx="2" presStyleCnt="5">
        <dgm:presLayoutVars>
          <dgm:bulletEnabled val="1"/>
        </dgm:presLayoutVars>
      </dgm:prSet>
      <dgm:spPr/>
    </dgm:pt>
    <dgm:pt modelId="{C391DED2-186A-4317-A856-1A995144813A}" type="pres">
      <dgm:prSet presAssocID="{D6112DCC-7471-4809-9B55-3E4EF888D649}" presName="sibTrans" presStyleLbl="sibTrans2D1" presStyleIdx="2" presStyleCnt="4"/>
      <dgm:spPr/>
    </dgm:pt>
    <dgm:pt modelId="{A99126F5-BC05-48B6-A38F-204263DEE7A2}" type="pres">
      <dgm:prSet presAssocID="{D6112DCC-7471-4809-9B55-3E4EF888D649}" presName="connectorText" presStyleLbl="sibTrans2D1" presStyleIdx="2" presStyleCnt="4"/>
      <dgm:spPr/>
    </dgm:pt>
    <dgm:pt modelId="{CE034F43-EF89-42DE-96A6-CDE0A9F89000}" type="pres">
      <dgm:prSet presAssocID="{EC97D238-9448-4E93-B9F3-096077B65CB0}" presName="node" presStyleLbl="node1" presStyleIdx="3" presStyleCnt="5">
        <dgm:presLayoutVars>
          <dgm:bulletEnabled val="1"/>
        </dgm:presLayoutVars>
      </dgm:prSet>
      <dgm:spPr/>
    </dgm:pt>
    <dgm:pt modelId="{32858B9D-3134-4DCA-B9A8-625F7C393A5E}" type="pres">
      <dgm:prSet presAssocID="{CE235717-F732-40D8-992D-35C58FE4C9F3}" presName="sibTrans" presStyleLbl="sibTrans2D1" presStyleIdx="3" presStyleCnt="4"/>
      <dgm:spPr/>
    </dgm:pt>
    <dgm:pt modelId="{1717E8F9-3CD3-4F74-AAC7-C02A24E57265}" type="pres">
      <dgm:prSet presAssocID="{CE235717-F732-40D8-992D-35C58FE4C9F3}" presName="connectorText" presStyleLbl="sibTrans2D1" presStyleIdx="3" presStyleCnt="4"/>
      <dgm:spPr/>
    </dgm:pt>
    <dgm:pt modelId="{69E36CC4-E9AE-4EBF-B0EA-9A773715931A}" type="pres">
      <dgm:prSet presAssocID="{664CE4CC-7B5A-4CDB-96AA-A0895895DDDC}" presName="node" presStyleLbl="node1" presStyleIdx="4" presStyleCnt="5">
        <dgm:presLayoutVars>
          <dgm:bulletEnabled val="1"/>
        </dgm:presLayoutVars>
      </dgm:prSet>
      <dgm:spPr/>
    </dgm:pt>
  </dgm:ptLst>
  <dgm:cxnLst>
    <dgm:cxn modelId="{7825EE07-EB4A-4333-BD22-F2ED1B29737F}" type="presOf" srcId="{851A4FF9-262F-4698-83DB-1E354F111121}" destId="{F2646A5E-02D7-42DB-B070-94054672D142}" srcOrd="0" destOrd="0" presId="urn:microsoft.com/office/officeart/2005/8/layout/process5"/>
    <dgm:cxn modelId="{5099F835-1A83-4394-9403-8FD7F7862DB4}" type="presOf" srcId="{851A4FF9-262F-4698-83DB-1E354F111121}" destId="{B954D112-9D15-42E9-809D-E3A80C1E72CF}" srcOrd="1" destOrd="0" presId="urn:microsoft.com/office/officeart/2005/8/layout/process5"/>
    <dgm:cxn modelId="{4B1E5263-3D51-4102-9525-F9ED0584A18B}" type="presOf" srcId="{D6112DCC-7471-4809-9B55-3E4EF888D649}" destId="{A99126F5-BC05-48B6-A38F-204263DEE7A2}" srcOrd="1" destOrd="0" presId="urn:microsoft.com/office/officeart/2005/8/layout/process5"/>
    <dgm:cxn modelId="{4AF93C49-BC48-4961-BDDA-7DC308841F9D}" type="presOf" srcId="{B938FE9E-B429-4C6A-9E58-112F6E9F24E2}" destId="{C453C055-CFC6-49F5-9FAF-50937D1AA36E}" srcOrd="1" destOrd="0" presId="urn:microsoft.com/office/officeart/2005/8/layout/process5"/>
    <dgm:cxn modelId="{B9D63C6B-D148-444C-95CB-3542FC5BDFAF}" srcId="{B53A4165-F52C-4A83-B412-50242EED5BE4}" destId="{EC97D238-9448-4E93-B9F3-096077B65CB0}" srcOrd="3" destOrd="0" parTransId="{3296FB76-5258-49C8-8543-00582A8F913B}" sibTransId="{CE235717-F732-40D8-992D-35C58FE4C9F3}"/>
    <dgm:cxn modelId="{E672D652-28F8-4D9D-8CD3-1A4915003698}" type="presOf" srcId="{C0AD0214-7342-4174-9DFD-34F187DA78E4}" destId="{65F81F38-696A-4725-9091-61470BD21021}" srcOrd="0" destOrd="0" presId="urn:microsoft.com/office/officeart/2005/8/layout/process5"/>
    <dgm:cxn modelId="{32019154-3D79-48B8-841D-1D381541D7E1}" type="presOf" srcId="{664CE4CC-7B5A-4CDB-96AA-A0895895DDDC}" destId="{69E36CC4-E9AE-4EBF-B0EA-9A773715931A}" srcOrd="0" destOrd="0" presId="urn:microsoft.com/office/officeart/2005/8/layout/process5"/>
    <dgm:cxn modelId="{1E94D58C-D0E4-4928-BDE3-0C1F1B541EC2}" srcId="{B53A4165-F52C-4A83-B412-50242EED5BE4}" destId="{664CE4CC-7B5A-4CDB-96AA-A0895895DDDC}" srcOrd="4" destOrd="0" parTransId="{2C5A3539-A30B-4092-8BD3-5BC2147F11C4}" sibTransId="{401729BF-8116-4153-A3E3-DA6C6CD71623}"/>
    <dgm:cxn modelId="{15F04995-F2B1-426E-A0A9-CE57D29B1C15}" type="presOf" srcId="{B53A4165-F52C-4A83-B412-50242EED5BE4}" destId="{88038CF5-ED85-4A72-BFD1-5AEC7CF4C00F}" srcOrd="0" destOrd="0" presId="urn:microsoft.com/office/officeart/2005/8/layout/process5"/>
    <dgm:cxn modelId="{D6F51997-B331-4376-A539-56BDAA83C2B4}" srcId="{B53A4165-F52C-4A83-B412-50242EED5BE4}" destId="{C8D69DFA-4C6B-4348-B546-F24EED7B2B6A}" srcOrd="2" destOrd="0" parTransId="{FB179ADD-5D11-4498-BD7F-BE8EA907577B}" sibTransId="{D6112DCC-7471-4809-9B55-3E4EF888D649}"/>
    <dgm:cxn modelId="{75F26598-FFAB-4125-A62C-01B310811105}" srcId="{B53A4165-F52C-4A83-B412-50242EED5BE4}" destId="{8F23A5C8-5E88-4120-A355-8488A51157C5}" srcOrd="1" destOrd="0" parTransId="{27DC1F46-F4AC-4EF5-92D3-4CF2C838D8A7}" sibTransId="{851A4FF9-262F-4698-83DB-1E354F111121}"/>
    <dgm:cxn modelId="{33A4BCA4-89A1-46AF-81AB-9CAEE671D004}" type="presOf" srcId="{CE235717-F732-40D8-992D-35C58FE4C9F3}" destId="{32858B9D-3134-4DCA-B9A8-625F7C393A5E}" srcOrd="0" destOrd="0" presId="urn:microsoft.com/office/officeart/2005/8/layout/process5"/>
    <dgm:cxn modelId="{B8179AAA-E173-4FD6-9E17-CE07BB13F517}" type="presOf" srcId="{B938FE9E-B429-4C6A-9E58-112F6E9F24E2}" destId="{80AE5F90-1B5A-437C-A554-0FFE542CA7EF}" srcOrd="0" destOrd="0" presId="urn:microsoft.com/office/officeart/2005/8/layout/process5"/>
    <dgm:cxn modelId="{F7C84FAC-74E5-4AEB-BF87-F0B22D0016C5}" type="presOf" srcId="{EC97D238-9448-4E93-B9F3-096077B65CB0}" destId="{CE034F43-EF89-42DE-96A6-CDE0A9F89000}" srcOrd="0" destOrd="0" presId="urn:microsoft.com/office/officeart/2005/8/layout/process5"/>
    <dgm:cxn modelId="{908CE7B0-1720-438B-9A78-911015A230A3}" type="presOf" srcId="{CE235717-F732-40D8-992D-35C58FE4C9F3}" destId="{1717E8F9-3CD3-4F74-AAC7-C02A24E57265}" srcOrd="1" destOrd="0" presId="urn:microsoft.com/office/officeart/2005/8/layout/process5"/>
    <dgm:cxn modelId="{FD7C88B6-AEE1-485C-89F7-E8A88AEDCE76}" type="presOf" srcId="{C8D69DFA-4C6B-4348-B546-F24EED7B2B6A}" destId="{433ED94B-AF31-4FC7-95C3-4697A62EA1C7}" srcOrd="0" destOrd="0" presId="urn:microsoft.com/office/officeart/2005/8/layout/process5"/>
    <dgm:cxn modelId="{078F27BD-31E4-4E26-BE95-63E9EB2A3498}" type="presOf" srcId="{D6112DCC-7471-4809-9B55-3E4EF888D649}" destId="{C391DED2-186A-4317-A856-1A995144813A}" srcOrd="0" destOrd="0" presId="urn:microsoft.com/office/officeart/2005/8/layout/process5"/>
    <dgm:cxn modelId="{D148B2C7-C83E-4F26-B1AC-85B37766AAC7}" srcId="{B53A4165-F52C-4A83-B412-50242EED5BE4}" destId="{C0AD0214-7342-4174-9DFD-34F187DA78E4}" srcOrd="0" destOrd="0" parTransId="{AAA31DAE-4B76-402E-9772-D31F7C6B41FA}" sibTransId="{B938FE9E-B429-4C6A-9E58-112F6E9F24E2}"/>
    <dgm:cxn modelId="{2A6016CE-1C76-430A-8959-B6340D1CB44E}" type="presOf" srcId="{8F23A5C8-5E88-4120-A355-8488A51157C5}" destId="{A6F59DED-0179-4B59-870B-9CD7C0979F94}" srcOrd="0" destOrd="0" presId="urn:microsoft.com/office/officeart/2005/8/layout/process5"/>
    <dgm:cxn modelId="{9B8F4707-7B6A-4E04-8DBF-A68D19E7B8D1}" type="presParOf" srcId="{88038CF5-ED85-4A72-BFD1-5AEC7CF4C00F}" destId="{65F81F38-696A-4725-9091-61470BD21021}" srcOrd="0" destOrd="0" presId="urn:microsoft.com/office/officeart/2005/8/layout/process5"/>
    <dgm:cxn modelId="{7275DF54-CCF6-4F82-A366-7EFF369DA29A}" type="presParOf" srcId="{88038CF5-ED85-4A72-BFD1-5AEC7CF4C00F}" destId="{80AE5F90-1B5A-437C-A554-0FFE542CA7EF}" srcOrd="1" destOrd="0" presId="urn:microsoft.com/office/officeart/2005/8/layout/process5"/>
    <dgm:cxn modelId="{9327A84C-DDCB-45E5-8998-90352E5515CC}" type="presParOf" srcId="{80AE5F90-1B5A-437C-A554-0FFE542CA7EF}" destId="{C453C055-CFC6-49F5-9FAF-50937D1AA36E}" srcOrd="0" destOrd="0" presId="urn:microsoft.com/office/officeart/2005/8/layout/process5"/>
    <dgm:cxn modelId="{5CFC061F-46DB-41CF-894F-D41C4E5B5D64}" type="presParOf" srcId="{88038CF5-ED85-4A72-BFD1-5AEC7CF4C00F}" destId="{A6F59DED-0179-4B59-870B-9CD7C0979F94}" srcOrd="2" destOrd="0" presId="urn:microsoft.com/office/officeart/2005/8/layout/process5"/>
    <dgm:cxn modelId="{4CC5667F-9A1B-4D41-A435-A11FF9A3F839}" type="presParOf" srcId="{88038CF5-ED85-4A72-BFD1-5AEC7CF4C00F}" destId="{F2646A5E-02D7-42DB-B070-94054672D142}" srcOrd="3" destOrd="0" presId="urn:microsoft.com/office/officeart/2005/8/layout/process5"/>
    <dgm:cxn modelId="{C77199EC-5B03-434D-BFB7-D6E8E7A55552}" type="presParOf" srcId="{F2646A5E-02D7-42DB-B070-94054672D142}" destId="{B954D112-9D15-42E9-809D-E3A80C1E72CF}" srcOrd="0" destOrd="0" presId="urn:microsoft.com/office/officeart/2005/8/layout/process5"/>
    <dgm:cxn modelId="{A62890C5-1EEB-4614-A2E2-6D7022CCBFCF}" type="presParOf" srcId="{88038CF5-ED85-4A72-BFD1-5AEC7CF4C00F}" destId="{433ED94B-AF31-4FC7-95C3-4697A62EA1C7}" srcOrd="4" destOrd="0" presId="urn:microsoft.com/office/officeart/2005/8/layout/process5"/>
    <dgm:cxn modelId="{4503CF10-A749-42DB-A834-8C980BAE7582}" type="presParOf" srcId="{88038CF5-ED85-4A72-BFD1-5AEC7CF4C00F}" destId="{C391DED2-186A-4317-A856-1A995144813A}" srcOrd="5" destOrd="0" presId="urn:microsoft.com/office/officeart/2005/8/layout/process5"/>
    <dgm:cxn modelId="{CCD40FC8-74FD-4B0E-8280-4D8B0F7BE84C}" type="presParOf" srcId="{C391DED2-186A-4317-A856-1A995144813A}" destId="{A99126F5-BC05-48B6-A38F-204263DEE7A2}" srcOrd="0" destOrd="0" presId="urn:microsoft.com/office/officeart/2005/8/layout/process5"/>
    <dgm:cxn modelId="{36D3F237-0FED-4A4C-83B6-A007CFFA0292}" type="presParOf" srcId="{88038CF5-ED85-4A72-BFD1-5AEC7CF4C00F}" destId="{CE034F43-EF89-42DE-96A6-CDE0A9F89000}" srcOrd="6" destOrd="0" presId="urn:microsoft.com/office/officeart/2005/8/layout/process5"/>
    <dgm:cxn modelId="{D4433367-E851-4F06-AB55-9B6DC9C90E13}" type="presParOf" srcId="{88038CF5-ED85-4A72-BFD1-5AEC7CF4C00F}" destId="{32858B9D-3134-4DCA-B9A8-625F7C393A5E}" srcOrd="7" destOrd="0" presId="urn:microsoft.com/office/officeart/2005/8/layout/process5"/>
    <dgm:cxn modelId="{AA28A0F2-719F-4683-952C-6242BD83AFAA}" type="presParOf" srcId="{32858B9D-3134-4DCA-B9A8-625F7C393A5E}" destId="{1717E8F9-3CD3-4F74-AAC7-C02A24E57265}" srcOrd="0" destOrd="0" presId="urn:microsoft.com/office/officeart/2005/8/layout/process5"/>
    <dgm:cxn modelId="{138D1B75-AB80-4873-AECE-BC81F5D182DE}" type="presParOf" srcId="{88038CF5-ED85-4A72-BFD1-5AEC7CF4C00F}" destId="{69E36CC4-E9AE-4EBF-B0EA-9A773715931A}"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C4729A-F72F-4C62-8CD9-63A583991FF1}" type="doc">
      <dgm:prSet loTypeId="urn:microsoft.com/office/officeart/2005/8/layout/default" loCatId="list" qsTypeId="urn:microsoft.com/office/officeart/2005/8/quickstyle/3d6" qsCatId="3D" csTypeId="urn:microsoft.com/office/officeart/2005/8/colors/accent3_4" csCatId="accent3" phldr="1"/>
      <dgm:spPr/>
      <dgm:t>
        <a:bodyPr/>
        <a:lstStyle/>
        <a:p>
          <a:endParaRPr lang="en-US"/>
        </a:p>
      </dgm:t>
    </dgm:pt>
    <dgm:pt modelId="{2CCAA99E-2866-4A23-A0A9-8DA189AD226F}">
      <dgm:prSet phldrT="[Text]"/>
      <dgm:spPr/>
      <dgm:t>
        <a:bodyPr/>
        <a:lstStyle/>
        <a:p>
          <a:r>
            <a:rPr lang="en-US" dirty="0">
              <a:latin typeface="Arial Black" panose="020B0A04020102020204" pitchFamily="34" charset="0"/>
            </a:rPr>
            <a:t>CPU </a:t>
          </a:r>
          <a:r>
            <a:rPr lang="en-US" dirty="0">
              <a:latin typeface="Komika axis"/>
            </a:rPr>
            <a:t>SOCKET</a:t>
          </a:r>
        </a:p>
      </dgm:t>
    </dgm:pt>
    <dgm:pt modelId="{CB80A5D7-0BF9-408A-A883-0F4BDCBE7243}" type="parTrans" cxnId="{5CE18320-73E7-4E02-9434-3E7FEA770397}">
      <dgm:prSet/>
      <dgm:spPr/>
      <dgm:t>
        <a:bodyPr/>
        <a:lstStyle/>
        <a:p>
          <a:endParaRPr lang="en-US"/>
        </a:p>
      </dgm:t>
    </dgm:pt>
    <dgm:pt modelId="{3CE987C6-5636-493F-BD46-2D23F77FE01F}" type="sibTrans" cxnId="{5CE18320-73E7-4E02-9434-3E7FEA770397}">
      <dgm:prSet/>
      <dgm:spPr/>
      <dgm:t>
        <a:bodyPr/>
        <a:lstStyle/>
        <a:p>
          <a:endParaRPr lang="en-US"/>
        </a:p>
      </dgm:t>
    </dgm:pt>
    <dgm:pt modelId="{3752A6D0-097B-427D-A39D-A850B78AB61D}">
      <dgm:prSet phldrT="[Text]"/>
      <dgm:spPr/>
      <dgm:t>
        <a:bodyPr/>
        <a:lstStyle/>
        <a:p>
          <a:r>
            <a:rPr lang="en-US" dirty="0">
              <a:latin typeface="Arial Black" panose="020B0A04020102020204" pitchFamily="34" charset="0"/>
            </a:rPr>
            <a:t>RAM SLOT</a:t>
          </a:r>
        </a:p>
      </dgm:t>
    </dgm:pt>
    <dgm:pt modelId="{6FDF9410-AF3C-4042-8DC5-EA3BE6B7371F}" type="parTrans" cxnId="{85582131-5A28-49EF-88CE-119E89016E15}">
      <dgm:prSet/>
      <dgm:spPr/>
      <dgm:t>
        <a:bodyPr/>
        <a:lstStyle/>
        <a:p>
          <a:endParaRPr lang="en-US"/>
        </a:p>
      </dgm:t>
    </dgm:pt>
    <dgm:pt modelId="{ACC2F6AD-0BCA-4C52-B887-6CC335D11E9A}" type="sibTrans" cxnId="{85582131-5A28-49EF-88CE-119E89016E15}">
      <dgm:prSet/>
      <dgm:spPr/>
      <dgm:t>
        <a:bodyPr/>
        <a:lstStyle/>
        <a:p>
          <a:endParaRPr lang="en-US"/>
        </a:p>
      </dgm:t>
    </dgm:pt>
    <dgm:pt modelId="{084A1C37-CC2D-488D-A231-DA37AFC104B2}">
      <dgm:prSet phldrT="[Text]"/>
      <dgm:spPr/>
      <dgm:t>
        <a:bodyPr/>
        <a:lstStyle/>
        <a:p>
          <a:r>
            <a:rPr lang="en-US" dirty="0">
              <a:latin typeface="Arial Black" panose="020B0A04020102020204" pitchFamily="34" charset="0"/>
            </a:rPr>
            <a:t>EXPANSION SLOT</a:t>
          </a:r>
        </a:p>
      </dgm:t>
    </dgm:pt>
    <dgm:pt modelId="{B3E097C8-08FE-4469-B344-A51A59A1EF69}" type="parTrans" cxnId="{61FAA0D1-B80D-417E-9CDA-2BF2FAE1279A}">
      <dgm:prSet/>
      <dgm:spPr/>
      <dgm:t>
        <a:bodyPr/>
        <a:lstStyle/>
        <a:p>
          <a:endParaRPr lang="en-US"/>
        </a:p>
      </dgm:t>
    </dgm:pt>
    <dgm:pt modelId="{ECDC481A-07DB-48B0-AD98-68F058FB3507}" type="sibTrans" cxnId="{61FAA0D1-B80D-417E-9CDA-2BF2FAE1279A}">
      <dgm:prSet/>
      <dgm:spPr/>
      <dgm:t>
        <a:bodyPr/>
        <a:lstStyle/>
        <a:p>
          <a:endParaRPr lang="en-US"/>
        </a:p>
      </dgm:t>
    </dgm:pt>
    <dgm:pt modelId="{D6C13D09-2365-49BC-B9A9-23A3EA612EE9}">
      <dgm:prSet phldrT="[Text]"/>
      <dgm:spPr/>
      <dgm:t>
        <a:bodyPr/>
        <a:lstStyle/>
        <a:p>
          <a:r>
            <a:rPr lang="en-US" dirty="0">
              <a:latin typeface="Arial Black" panose="020B0A04020102020204" pitchFamily="34" charset="0"/>
            </a:rPr>
            <a:t>STORAGE CONNECTION</a:t>
          </a:r>
        </a:p>
      </dgm:t>
    </dgm:pt>
    <dgm:pt modelId="{FD06B5CD-8C12-4B2C-BF7E-167CA29D46D0}" type="parTrans" cxnId="{42894AF4-2541-4C6D-A0FF-602C8D600E77}">
      <dgm:prSet/>
      <dgm:spPr/>
      <dgm:t>
        <a:bodyPr/>
        <a:lstStyle/>
        <a:p>
          <a:endParaRPr lang="en-US"/>
        </a:p>
      </dgm:t>
    </dgm:pt>
    <dgm:pt modelId="{EEE0C217-7CA8-402C-B8BB-A9B8ACF0DC21}" type="sibTrans" cxnId="{42894AF4-2541-4C6D-A0FF-602C8D600E77}">
      <dgm:prSet/>
      <dgm:spPr/>
      <dgm:t>
        <a:bodyPr/>
        <a:lstStyle/>
        <a:p>
          <a:endParaRPr lang="en-US"/>
        </a:p>
      </dgm:t>
    </dgm:pt>
    <dgm:pt modelId="{CF512FD5-B6C8-4801-9154-E5ABBBEEF8E8}">
      <dgm:prSet phldrT="[Text]"/>
      <dgm:spPr/>
      <dgm:t>
        <a:bodyPr/>
        <a:lstStyle/>
        <a:p>
          <a:r>
            <a:rPr lang="en-US" dirty="0">
              <a:latin typeface="Arial Black" panose="020B0A04020102020204" pitchFamily="34" charset="0"/>
            </a:rPr>
            <a:t>POWER CONNECTOR</a:t>
          </a:r>
        </a:p>
      </dgm:t>
    </dgm:pt>
    <dgm:pt modelId="{F0C3207F-E0D9-4040-8F08-F3E2D2058839}" type="parTrans" cxnId="{C5DEB6F7-8CA8-42D4-8749-064D97B38B69}">
      <dgm:prSet/>
      <dgm:spPr/>
      <dgm:t>
        <a:bodyPr/>
        <a:lstStyle/>
        <a:p>
          <a:endParaRPr lang="en-US"/>
        </a:p>
      </dgm:t>
    </dgm:pt>
    <dgm:pt modelId="{E9C4913F-AFB7-4AB1-81FE-B5613C95EA79}" type="sibTrans" cxnId="{C5DEB6F7-8CA8-42D4-8749-064D97B38B69}">
      <dgm:prSet/>
      <dgm:spPr/>
      <dgm:t>
        <a:bodyPr/>
        <a:lstStyle/>
        <a:p>
          <a:endParaRPr lang="en-US"/>
        </a:p>
      </dgm:t>
    </dgm:pt>
    <dgm:pt modelId="{717D7121-92ED-48D7-950D-108B8E9E110F}" type="pres">
      <dgm:prSet presAssocID="{A8C4729A-F72F-4C62-8CD9-63A583991FF1}" presName="diagram" presStyleCnt="0">
        <dgm:presLayoutVars>
          <dgm:dir/>
          <dgm:resizeHandles val="exact"/>
        </dgm:presLayoutVars>
      </dgm:prSet>
      <dgm:spPr/>
    </dgm:pt>
    <dgm:pt modelId="{150713C0-15B2-4100-987D-8632146214F3}" type="pres">
      <dgm:prSet presAssocID="{2CCAA99E-2866-4A23-A0A9-8DA189AD226F}" presName="node" presStyleLbl="node1" presStyleIdx="0" presStyleCnt="5">
        <dgm:presLayoutVars>
          <dgm:bulletEnabled val="1"/>
        </dgm:presLayoutVars>
      </dgm:prSet>
      <dgm:spPr/>
    </dgm:pt>
    <dgm:pt modelId="{761750B0-44D5-42E6-ABF0-8E0F37CA5D92}" type="pres">
      <dgm:prSet presAssocID="{3CE987C6-5636-493F-BD46-2D23F77FE01F}" presName="sibTrans" presStyleCnt="0"/>
      <dgm:spPr/>
    </dgm:pt>
    <dgm:pt modelId="{E4B75D49-EAD0-4B9D-BE72-8B31EEC977D6}" type="pres">
      <dgm:prSet presAssocID="{3752A6D0-097B-427D-A39D-A850B78AB61D}" presName="node" presStyleLbl="node1" presStyleIdx="1" presStyleCnt="5">
        <dgm:presLayoutVars>
          <dgm:bulletEnabled val="1"/>
        </dgm:presLayoutVars>
      </dgm:prSet>
      <dgm:spPr/>
    </dgm:pt>
    <dgm:pt modelId="{8B3F820D-BB5A-4DF5-B4AA-14B9FD54FA91}" type="pres">
      <dgm:prSet presAssocID="{ACC2F6AD-0BCA-4C52-B887-6CC335D11E9A}" presName="sibTrans" presStyleCnt="0"/>
      <dgm:spPr/>
    </dgm:pt>
    <dgm:pt modelId="{47CA5131-9FFD-446E-B7B1-31B3D52A3795}" type="pres">
      <dgm:prSet presAssocID="{084A1C37-CC2D-488D-A231-DA37AFC104B2}" presName="node" presStyleLbl="node1" presStyleIdx="2" presStyleCnt="5">
        <dgm:presLayoutVars>
          <dgm:bulletEnabled val="1"/>
        </dgm:presLayoutVars>
      </dgm:prSet>
      <dgm:spPr/>
    </dgm:pt>
    <dgm:pt modelId="{233771A0-E2BF-4B80-85EE-E36677F0859A}" type="pres">
      <dgm:prSet presAssocID="{ECDC481A-07DB-48B0-AD98-68F058FB3507}" presName="sibTrans" presStyleCnt="0"/>
      <dgm:spPr/>
    </dgm:pt>
    <dgm:pt modelId="{F15F5A5A-85A2-49F8-9E6B-DCC3FE1D65A4}" type="pres">
      <dgm:prSet presAssocID="{D6C13D09-2365-49BC-B9A9-23A3EA612EE9}" presName="node" presStyleLbl="node1" presStyleIdx="3" presStyleCnt="5">
        <dgm:presLayoutVars>
          <dgm:bulletEnabled val="1"/>
        </dgm:presLayoutVars>
      </dgm:prSet>
      <dgm:spPr/>
    </dgm:pt>
    <dgm:pt modelId="{A04AABAF-8AA7-4FB1-BB5B-1F9EFC789FAA}" type="pres">
      <dgm:prSet presAssocID="{EEE0C217-7CA8-402C-B8BB-A9B8ACF0DC21}" presName="sibTrans" presStyleCnt="0"/>
      <dgm:spPr/>
    </dgm:pt>
    <dgm:pt modelId="{8678AC32-0615-41BD-97A5-FE69AFB840A8}" type="pres">
      <dgm:prSet presAssocID="{CF512FD5-B6C8-4801-9154-E5ABBBEEF8E8}" presName="node" presStyleLbl="node1" presStyleIdx="4" presStyleCnt="5">
        <dgm:presLayoutVars>
          <dgm:bulletEnabled val="1"/>
        </dgm:presLayoutVars>
      </dgm:prSet>
      <dgm:spPr/>
    </dgm:pt>
  </dgm:ptLst>
  <dgm:cxnLst>
    <dgm:cxn modelId="{2244250C-6912-45B8-9608-9E852F2E1B67}" type="presOf" srcId="{CF512FD5-B6C8-4801-9154-E5ABBBEEF8E8}" destId="{8678AC32-0615-41BD-97A5-FE69AFB840A8}" srcOrd="0" destOrd="0" presId="urn:microsoft.com/office/officeart/2005/8/layout/default"/>
    <dgm:cxn modelId="{5CE18320-73E7-4E02-9434-3E7FEA770397}" srcId="{A8C4729A-F72F-4C62-8CD9-63A583991FF1}" destId="{2CCAA99E-2866-4A23-A0A9-8DA189AD226F}" srcOrd="0" destOrd="0" parTransId="{CB80A5D7-0BF9-408A-A883-0F4BDCBE7243}" sibTransId="{3CE987C6-5636-493F-BD46-2D23F77FE01F}"/>
    <dgm:cxn modelId="{85582131-5A28-49EF-88CE-119E89016E15}" srcId="{A8C4729A-F72F-4C62-8CD9-63A583991FF1}" destId="{3752A6D0-097B-427D-A39D-A850B78AB61D}" srcOrd="1" destOrd="0" parTransId="{6FDF9410-AF3C-4042-8DC5-EA3BE6B7371F}" sibTransId="{ACC2F6AD-0BCA-4C52-B887-6CC335D11E9A}"/>
    <dgm:cxn modelId="{19AEC8A1-F870-4B6D-B80E-3EFA6B73F87F}" type="presOf" srcId="{A8C4729A-F72F-4C62-8CD9-63A583991FF1}" destId="{717D7121-92ED-48D7-950D-108B8E9E110F}" srcOrd="0" destOrd="0" presId="urn:microsoft.com/office/officeart/2005/8/layout/default"/>
    <dgm:cxn modelId="{61FAA0D1-B80D-417E-9CDA-2BF2FAE1279A}" srcId="{A8C4729A-F72F-4C62-8CD9-63A583991FF1}" destId="{084A1C37-CC2D-488D-A231-DA37AFC104B2}" srcOrd="2" destOrd="0" parTransId="{B3E097C8-08FE-4469-B344-A51A59A1EF69}" sibTransId="{ECDC481A-07DB-48B0-AD98-68F058FB3507}"/>
    <dgm:cxn modelId="{227609DE-A37D-4366-85B8-3E0313B945AF}" type="presOf" srcId="{3752A6D0-097B-427D-A39D-A850B78AB61D}" destId="{E4B75D49-EAD0-4B9D-BE72-8B31EEC977D6}" srcOrd="0" destOrd="0" presId="urn:microsoft.com/office/officeart/2005/8/layout/default"/>
    <dgm:cxn modelId="{DC4189E3-DF3F-4FEC-B658-6AB05ABC50D6}" type="presOf" srcId="{D6C13D09-2365-49BC-B9A9-23A3EA612EE9}" destId="{F15F5A5A-85A2-49F8-9E6B-DCC3FE1D65A4}" srcOrd="0" destOrd="0" presId="urn:microsoft.com/office/officeart/2005/8/layout/default"/>
    <dgm:cxn modelId="{7ABC20ED-E0F6-4050-8E44-B49D2CA2198D}" type="presOf" srcId="{084A1C37-CC2D-488D-A231-DA37AFC104B2}" destId="{47CA5131-9FFD-446E-B7B1-31B3D52A3795}" srcOrd="0" destOrd="0" presId="urn:microsoft.com/office/officeart/2005/8/layout/default"/>
    <dgm:cxn modelId="{0EF62FF2-69FE-445A-9ACF-BD1BAA7A8EF1}" type="presOf" srcId="{2CCAA99E-2866-4A23-A0A9-8DA189AD226F}" destId="{150713C0-15B2-4100-987D-8632146214F3}" srcOrd="0" destOrd="0" presId="urn:microsoft.com/office/officeart/2005/8/layout/default"/>
    <dgm:cxn modelId="{42894AF4-2541-4C6D-A0FF-602C8D600E77}" srcId="{A8C4729A-F72F-4C62-8CD9-63A583991FF1}" destId="{D6C13D09-2365-49BC-B9A9-23A3EA612EE9}" srcOrd="3" destOrd="0" parTransId="{FD06B5CD-8C12-4B2C-BF7E-167CA29D46D0}" sibTransId="{EEE0C217-7CA8-402C-B8BB-A9B8ACF0DC21}"/>
    <dgm:cxn modelId="{C5DEB6F7-8CA8-42D4-8749-064D97B38B69}" srcId="{A8C4729A-F72F-4C62-8CD9-63A583991FF1}" destId="{CF512FD5-B6C8-4801-9154-E5ABBBEEF8E8}" srcOrd="4" destOrd="0" parTransId="{F0C3207F-E0D9-4040-8F08-F3E2D2058839}" sibTransId="{E9C4913F-AFB7-4AB1-81FE-B5613C95EA79}"/>
    <dgm:cxn modelId="{B19960E2-5877-46D3-8C9B-061BF9F45293}" type="presParOf" srcId="{717D7121-92ED-48D7-950D-108B8E9E110F}" destId="{150713C0-15B2-4100-987D-8632146214F3}" srcOrd="0" destOrd="0" presId="urn:microsoft.com/office/officeart/2005/8/layout/default"/>
    <dgm:cxn modelId="{472E8D70-B73B-4C29-ABDA-29430111EFF5}" type="presParOf" srcId="{717D7121-92ED-48D7-950D-108B8E9E110F}" destId="{761750B0-44D5-42E6-ABF0-8E0F37CA5D92}" srcOrd="1" destOrd="0" presId="urn:microsoft.com/office/officeart/2005/8/layout/default"/>
    <dgm:cxn modelId="{7F9FE78D-11AF-4CE6-B48A-58790712C616}" type="presParOf" srcId="{717D7121-92ED-48D7-950D-108B8E9E110F}" destId="{E4B75D49-EAD0-4B9D-BE72-8B31EEC977D6}" srcOrd="2" destOrd="0" presId="urn:microsoft.com/office/officeart/2005/8/layout/default"/>
    <dgm:cxn modelId="{9D3AE636-C933-4092-B462-DFF16D5E42D2}" type="presParOf" srcId="{717D7121-92ED-48D7-950D-108B8E9E110F}" destId="{8B3F820D-BB5A-4DF5-B4AA-14B9FD54FA91}" srcOrd="3" destOrd="0" presId="urn:microsoft.com/office/officeart/2005/8/layout/default"/>
    <dgm:cxn modelId="{AFFBA373-B12A-4228-A171-C0FFD19E2D09}" type="presParOf" srcId="{717D7121-92ED-48D7-950D-108B8E9E110F}" destId="{47CA5131-9FFD-446E-B7B1-31B3D52A3795}" srcOrd="4" destOrd="0" presId="urn:microsoft.com/office/officeart/2005/8/layout/default"/>
    <dgm:cxn modelId="{C2D50120-F512-41DB-BC11-3F51AB382419}" type="presParOf" srcId="{717D7121-92ED-48D7-950D-108B8E9E110F}" destId="{233771A0-E2BF-4B80-85EE-E36677F0859A}" srcOrd="5" destOrd="0" presId="urn:microsoft.com/office/officeart/2005/8/layout/default"/>
    <dgm:cxn modelId="{D6FFD47C-9A87-406A-9523-D83F36D8354B}" type="presParOf" srcId="{717D7121-92ED-48D7-950D-108B8E9E110F}" destId="{F15F5A5A-85A2-49F8-9E6B-DCC3FE1D65A4}" srcOrd="6" destOrd="0" presId="urn:microsoft.com/office/officeart/2005/8/layout/default"/>
    <dgm:cxn modelId="{271CF642-530D-4338-BC99-CC211C316A10}" type="presParOf" srcId="{717D7121-92ED-48D7-950D-108B8E9E110F}" destId="{A04AABAF-8AA7-4FB1-BB5B-1F9EFC789FAA}" srcOrd="7" destOrd="0" presId="urn:microsoft.com/office/officeart/2005/8/layout/default"/>
    <dgm:cxn modelId="{DEE2DD5B-87CB-4D94-9C48-305B5207AD42}" type="presParOf" srcId="{717D7121-92ED-48D7-950D-108B8E9E110F}" destId="{8678AC32-0615-41BD-97A5-FE69AFB840A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C34A11-3195-4A82-9715-FA092E99CEFE}" type="doc">
      <dgm:prSet loTypeId="urn:microsoft.com/office/officeart/2005/8/layout/vList2" loCatId="list" qsTypeId="urn:microsoft.com/office/officeart/2005/8/quickstyle/3d6" qsCatId="3D" csTypeId="urn:microsoft.com/office/officeart/2005/8/colors/accent3_2" csCatId="accent3" phldr="1"/>
      <dgm:spPr/>
      <dgm:t>
        <a:bodyPr/>
        <a:lstStyle/>
        <a:p>
          <a:endParaRPr lang="en-US"/>
        </a:p>
      </dgm:t>
    </dgm:pt>
    <dgm:pt modelId="{B4CE2593-DA3C-48F0-9F42-0690A99E10AD}">
      <dgm:prSet phldrT="[Text]"/>
      <dgm:spPr/>
      <dgm:t>
        <a:bodyPr/>
        <a:lstStyle/>
        <a:p>
          <a:r>
            <a:rPr lang="en-US" dirty="0"/>
            <a:t>Intel Motherboard</a:t>
          </a:r>
        </a:p>
      </dgm:t>
    </dgm:pt>
    <dgm:pt modelId="{628766D7-06C7-46A8-B668-6D8567896863}" type="parTrans" cxnId="{3F82A1D3-4314-4091-8DF4-4DF3D93CDEC2}">
      <dgm:prSet/>
      <dgm:spPr/>
      <dgm:t>
        <a:bodyPr/>
        <a:lstStyle/>
        <a:p>
          <a:endParaRPr lang="en-US"/>
        </a:p>
      </dgm:t>
    </dgm:pt>
    <dgm:pt modelId="{DD9C8C5D-D34A-4E1E-8696-B75E427699E9}" type="sibTrans" cxnId="{3F82A1D3-4314-4091-8DF4-4DF3D93CDEC2}">
      <dgm:prSet/>
      <dgm:spPr/>
      <dgm:t>
        <a:bodyPr/>
        <a:lstStyle/>
        <a:p>
          <a:endParaRPr lang="en-US"/>
        </a:p>
      </dgm:t>
    </dgm:pt>
    <dgm:pt modelId="{5857B84D-14DD-4972-A630-2F724E7EF9DA}">
      <dgm:prSet phldrT="[Text]" custT="1"/>
      <dgm:spPr/>
      <dgm:t>
        <a:bodyPr/>
        <a:lstStyle/>
        <a:p>
          <a:r>
            <a:rPr lang="en-US" sz="3200" dirty="0">
              <a:latin typeface="Arial Black" panose="020B0A04020102020204" pitchFamily="34" charset="0"/>
            </a:rPr>
            <a:t>LGA socket types ( LGA 1700 , LGA 1200, ETC</a:t>
          </a:r>
        </a:p>
      </dgm:t>
    </dgm:pt>
    <dgm:pt modelId="{36DE51FE-B06D-4DFA-8F03-66C7DE4C527F}" type="parTrans" cxnId="{6A21FADE-BEC4-4551-A796-CDA7F9524AE4}">
      <dgm:prSet/>
      <dgm:spPr/>
      <dgm:t>
        <a:bodyPr/>
        <a:lstStyle/>
        <a:p>
          <a:endParaRPr lang="en-US"/>
        </a:p>
      </dgm:t>
    </dgm:pt>
    <dgm:pt modelId="{02427EB2-2CD9-4444-840B-AE689C8CA1C7}" type="sibTrans" cxnId="{6A21FADE-BEC4-4551-A796-CDA7F9524AE4}">
      <dgm:prSet/>
      <dgm:spPr/>
      <dgm:t>
        <a:bodyPr/>
        <a:lstStyle/>
        <a:p>
          <a:endParaRPr lang="en-US"/>
        </a:p>
      </dgm:t>
    </dgm:pt>
    <dgm:pt modelId="{B0ACCA03-AE42-4EFC-9999-AAF177D02B51}">
      <dgm:prSet phldrT="[Text]"/>
      <dgm:spPr/>
      <dgm:t>
        <a:bodyPr/>
        <a:lstStyle/>
        <a:p>
          <a:r>
            <a:rPr lang="en-US" dirty="0"/>
            <a:t>AMD Motherboard</a:t>
          </a:r>
        </a:p>
      </dgm:t>
    </dgm:pt>
    <dgm:pt modelId="{48E0D4F4-07E3-4028-BD13-925A87EDE81B}" type="parTrans" cxnId="{3112845D-AF22-4BEF-A43D-1A6BDDE668B9}">
      <dgm:prSet/>
      <dgm:spPr/>
      <dgm:t>
        <a:bodyPr/>
        <a:lstStyle/>
        <a:p>
          <a:endParaRPr lang="en-US"/>
        </a:p>
      </dgm:t>
    </dgm:pt>
    <dgm:pt modelId="{4BCF9E9D-6FD7-4325-AA74-0AC88C9FBFCD}" type="sibTrans" cxnId="{3112845D-AF22-4BEF-A43D-1A6BDDE668B9}">
      <dgm:prSet/>
      <dgm:spPr/>
      <dgm:t>
        <a:bodyPr/>
        <a:lstStyle/>
        <a:p>
          <a:endParaRPr lang="en-US"/>
        </a:p>
      </dgm:t>
    </dgm:pt>
    <dgm:pt modelId="{B928E668-3FBA-40B6-A1A6-AA29AC8D6A76}">
      <dgm:prSet phldrT="[Text]" custT="1"/>
      <dgm:spPr/>
      <dgm:t>
        <a:bodyPr/>
        <a:lstStyle/>
        <a:p>
          <a:r>
            <a:rPr lang="en-US" sz="3200" dirty="0">
              <a:latin typeface="Arial Black" panose="020B0A04020102020204" pitchFamily="34" charset="0"/>
            </a:rPr>
            <a:t>AM4 , AM5 ETC</a:t>
          </a:r>
        </a:p>
      </dgm:t>
    </dgm:pt>
    <dgm:pt modelId="{FD607A4A-6334-47A6-AC1B-FCB1855A61D5}" type="parTrans" cxnId="{B51617AB-B9BC-4B92-B934-1AD216573E7B}">
      <dgm:prSet/>
      <dgm:spPr/>
      <dgm:t>
        <a:bodyPr/>
        <a:lstStyle/>
        <a:p>
          <a:endParaRPr lang="en-US"/>
        </a:p>
      </dgm:t>
    </dgm:pt>
    <dgm:pt modelId="{6BE672B7-4558-4457-A1A8-C0E0DF8935B2}" type="sibTrans" cxnId="{B51617AB-B9BC-4B92-B934-1AD216573E7B}">
      <dgm:prSet/>
      <dgm:spPr/>
      <dgm:t>
        <a:bodyPr/>
        <a:lstStyle/>
        <a:p>
          <a:endParaRPr lang="en-US"/>
        </a:p>
      </dgm:t>
    </dgm:pt>
    <dgm:pt modelId="{A1DFE9E6-5FA3-4904-980C-C557645F7089}" type="pres">
      <dgm:prSet presAssocID="{1DC34A11-3195-4A82-9715-FA092E99CEFE}" presName="linear" presStyleCnt="0">
        <dgm:presLayoutVars>
          <dgm:animLvl val="lvl"/>
          <dgm:resizeHandles val="exact"/>
        </dgm:presLayoutVars>
      </dgm:prSet>
      <dgm:spPr/>
    </dgm:pt>
    <dgm:pt modelId="{BB161D5D-0C54-4CE3-992E-2FDFE877D8DA}" type="pres">
      <dgm:prSet presAssocID="{B4CE2593-DA3C-48F0-9F42-0690A99E10AD}" presName="parentText" presStyleLbl="node1" presStyleIdx="0" presStyleCnt="2">
        <dgm:presLayoutVars>
          <dgm:chMax val="0"/>
          <dgm:bulletEnabled val="1"/>
        </dgm:presLayoutVars>
      </dgm:prSet>
      <dgm:spPr/>
    </dgm:pt>
    <dgm:pt modelId="{087F228F-B9B7-4E38-9955-DF944FE4E351}" type="pres">
      <dgm:prSet presAssocID="{B4CE2593-DA3C-48F0-9F42-0690A99E10AD}" presName="childText" presStyleLbl="revTx" presStyleIdx="0" presStyleCnt="2">
        <dgm:presLayoutVars>
          <dgm:bulletEnabled val="1"/>
        </dgm:presLayoutVars>
      </dgm:prSet>
      <dgm:spPr/>
    </dgm:pt>
    <dgm:pt modelId="{572E3DC4-C946-452D-808C-9A7AB7A19A78}" type="pres">
      <dgm:prSet presAssocID="{B0ACCA03-AE42-4EFC-9999-AAF177D02B51}" presName="parentText" presStyleLbl="node1" presStyleIdx="1" presStyleCnt="2">
        <dgm:presLayoutVars>
          <dgm:chMax val="0"/>
          <dgm:bulletEnabled val="1"/>
        </dgm:presLayoutVars>
      </dgm:prSet>
      <dgm:spPr/>
    </dgm:pt>
    <dgm:pt modelId="{92709125-5423-4E37-86C3-23FAFB247CA4}" type="pres">
      <dgm:prSet presAssocID="{B0ACCA03-AE42-4EFC-9999-AAF177D02B51}" presName="childText" presStyleLbl="revTx" presStyleIdx="1" presStyleCnt="2">
        <dgm:presLayoutVars>
          <dgm:bulletEnabled val="1"/>
        </dgm:presLayoutVars>
      </dgm:prSet>
      <dgm:spPr/>
    </dgm:pt>
  </dgm:ptLst>
  <dgm:cxnLst>
    <dgm:cxn modelId="{EC460B2F-F425-42A7-B10A-7704344EDAB3}" type="presOf" srcId="{1DC34A11-3195-4A82-9715-FA092E99CEFE}" destId="{A1DFE9E6-5FA3-4904-980C-C557645F7089}" srcOrd="0" destOrd="0" presId="urn:microsoft.com/office/officeart/2005/8/layout/vList2"/>
    <dgm:cxn modelId="{F2184233-5446-4BF1-B7A3-3262AF9F27E4}" type="presOf" srcId="{B0ACCA03-AE42-4EFC-9999-AAF177D02B51}" destId="{572E3DC4-C946-452D-808C-9A7AB7A19A78}" srcOrd="0" destOrd="0" presId="urn:microsoft.com/office/officeart/2005/8/layout/vList2"/>
    <dgm:cxn modelId="{3112845D-AF22-4BEF-A43D-1A6BDDE668B9}" srcId="{1DC34A11-3195-4A82-9715-FA092E99CEFE}" destId="{B0ACCA03-AE42-4EFC-9999-AAF177D02B51}" srcOrd="1" destOrd="0" parTransId="{48E0D4F4-07E3-4028-BD13-925A87EDE81B}" sibTransId="{4BCF9E9D-6FD7-4325-AA74-0AC88C9FBFCD}"/>
    <dgm:cxn modelId="{E39EDF8E-F3CC-4DF7-86FF-BD452212CF99}" type="presOf" srcId="{B928E668-3FBA-40B6-A1A6-AA29AC8D6A76}" destId="{92709125-5423-4E37-86C3-23FAFB247CA4}" srcOrd="0" destOrd="0" presId="urn:microsoft.com/office/officeart/2005/8/layout/vList2"/>
    <dgm:cxn modelId="{B51617AB-B9BC-4B92-B934-1AD216573E7B}" srcId="{B0ACCA03-AE42-4EFC-9999-AAF177D02B51}" destId="{B928E668-3FBA-40B6-A1A6-AA29AC8D6A76}" srcOrd="0" destOrd="0" parTransId="{FD607A4A-6334-47A6-AC1B-FCB1855A61D5}" sibTransId="{6BE672B7-4558-4457-A1A8-C0E0DF8935B2}"/>
    <dgm:cxn modelId="{53D6D9C7-62D6-4352-A9B1-F4D553914777}" type="presOf" srcId="{5857B84D-14DD-4972-A630-2F724E7EF9DA}" destId="{087F228F-B9B7-4E38-9955-DF944FE4E351}" srcOrd="0" destOrd="0" presId="urn:microsoft.com/office/officeart/2005/8/layout/vList2"/>
    <dgm:cxn modelId="{3F82A1D3-4314-4091-8DF4-4DF3D93CDEC2}" srcId="{1DC34A11-3195-4A82-9715-FA092E99CEFE}" destId="{B4CE2593-DA3C-48F0-9F42-0690A99E10AD}" srcOrd="0" destOrd="0" parTransId="{628766D7-06C7-46A8-B668-6D8567896863}" sibTransId="{DD9C8C5D-D34A-4E1E-8696-B75E427699E9}"/>
    <dgm:cxn modelId="{6A21FADE-BEC4-4551-A796-CDA7F9524AE4}" srcId="{B4CE2593-DA3C-48F0-9F42-0690A99E10AD}" destId="{5857B84D-14DD-4972-A630-2F724E7EF9DA}" srcOrd="0" destOrd="0" parTransId="{36DE51FE-B06D-4DFA-8F03-66C7DE4C527F}" sibTransId="{02427EB2-2CD9-4444-840B-AE689C8CA1C7}"/>
    <dgm:cxn modelId="{202B5BE6-19A3-4F10-9859-5082F7BF4956}" type="presOf" srcId="{B4CE2593-DA3C-48F0-9F42-0690A99E10AD}" destId="{BB161D5D-0C54-4CE3-992E-2FDFE877D8DA}" srcOrd="0" destOrd="0" presId="urn:microsoft.com/office/officeart/2005/8/layout/vList2"/>
    <dgm:cxn modelId="{F299BF41-97FA-44F0-91A0-9433F8376DB4}" type="presParOf" srcId="{A1DFE9E6-5FA3-4904-980C-C557645F7089}" destId="{BB161D5D-0C54-4CE3-992E-2FDFE877D8DA}" srcOrd="0" destOrd="0" presId="urn:microsoft.com/office/officeart/2005/8/layout/vList2"/>
    <dgm:cxn modelId="{D36D3A35-4279-40EF-B14A-6E9050A236B3}" type="presParOf" srcId="{A1DFE9E6-5FA3-4904-980C-C557645F7089}" destId="{087F228F-B9B7-4E38-9955-DF944FE4E351}" srcOrd="1" destOrd="0" presId="urn:microsoft.com/office/officeart/2005/8/layout/vList2"/>
    <dgm:cxn modelId="{D3DC83AF-63D4-4008-8D1A-0F1B9683D679}" type="presParOf" srcId="{A1DFE9E6-5FA3-4904-980C-C557645F7089}" destId="{572E3DC4-C946-452D-808C-9A7AB7A19A78}" srcOrd="2" destOrd="0" presId="urn:microsoft.com/office/officeart/2005/8/layout/vList2"/>
    <dgm:cxn modelId="{FBBC65EA-86F0-4444-896A-2682FA024BE4}" type="presParOf" srcId="{A1DFE9E6-5FA3-4904-980C-C557645F7089}" destId="{92709125-5423-4E37-86C3-23FAFB247CA4}"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5D85A6C-1366-4BEE-BC9B-EB27E1A3D103}" type="doc">
      <dgm:prSet loTypeId="urn:microsoft.com/office/officeart/2005/8/layout/bProcess4" loCatId="process" qsTypeId="urn:microsoft.com/office/officeart/2005/8/quickstyle/3d6" qsCatId="3D" csTypeId="urn:microsoft.com/office/officeart/2005/8/colors/accent3_3" csCatId="accent3" phldr="1"/>
      <dgm:spPr/>
      <dgm:t>
        <a:bodyPr/>
        <a:lstStyle/>
        <a:p>
          <a:endParaRPr lang="en-US"/>
        </a:p>
      </dgm:t>
    </dgm:pt>
    <dgm:pt modelId="{8EFDECC7-B9DF-436A-9D96-54D6E25C25AF}">
      <dgm:prSet phldrT="[Text]"/>
      <dgm:spPr/>
      <dgm:t>
        <a:bodyPr/>
        <a:lstStyle/>
        <a:p>
          <a:r>
            <a:rPr lang="en-US" dirty="0"/>
            <a:t>Power Supply</a:t>
          </a:r>
        </a:p>
      </dgm:t>
    </dgm:pt>
    <dgm:pt modelId="{01B98550-3BC7-4236-87EB-DC222726EEB0}" type="parTrans" cxnId="{0A1E9B61-93AD-4724-AB4F-2F24A2213873}">
      <dgm:prSet/>
      <dgm:spPr/>
      <dgm:t>
        <a:bodyPr/>
        <a:lstStyle/>
        <a:p>
          <a:endParaRPr lang="en-US"/>
        </a:p>
      </dgm:t>
    </dgm:pt>
    <dgm:pt modelId="{D5A0266F-6B26-4EF8-9DED-6D93CBD6A1AB}" type="sibTrans" cxnId="{0A1E9B61-93AD-4724-AB4F-2F24A2213873}">
      <dgm:prSet/>
      <dgm:spPr/>
      <dgm:t>
        <a:bodyPr/>
        <a:lstStyle/>
        <a:p>
          <a:endParaRPr lang="en-US"/>
        </a:p>
      </dgm:t>
    </dgm:pt>
    <dgm:pt modelId="{FEF7A520-E2BB-4543-A3D3-3466D325ED56}">
      <dgm:prSet phldrT="[Text]"/>
      <dgm:spPr/>
      <dgm:t>
        <a:bodyPr/>
        <a:lstStyle/>
        <a:p>
          <a:r>
            <a:rPr lang="en-US" dirty="0"/>
            <a:t>BIOS/UEFI</a:t>
          </a:r>
        </a:p>
      </dgm:t>
    </dgm:pt>
    <dgm:pt modelId="{F33C2D58-A19A-4A35-8D75-384A43C654C2}" type="parTrans" cxnId="{C3FB8B64-02F6-45C0-8548-B70BACD76753}">
      <dgm:prSet/>
      <dgm:spPr/>
      <dgm:t>
        <a:bodyPr/>
        <a:lstStyle/>
        <a:p>
          <a:endParaRPr lang="en-US"/>
        </a:p>
      </dgm:t>
    </dgm:pt>
    <dgm:pt modelId="{B6E7B549-77E0-4B28-BBB3-CEE672B13754}" type="sibTrans" cxnId="{C3FB8B64-02F6-45C0-8548-B70BACD76753}">
      <dgm:prSet/>
      <dgm:spPr/>
      <dgm:t>
        <a:bodyPr/>
        <a:lstStyle/>
        <a:p>
          <a:endParaRPr lang="en-US"/>
        </a:p>
      </dgm:t>
    </dgm:pt>
    <dgm:pt modelId="{3B066935-6D02-4BF7-884A-E3F32D204C0A}">
      <dgm:prSet phldrT="[Text]"/>
      <dgm:spPr/>
      <dgm:t>
        <a:bodyPr/>
        <a:lstStyle/>
        <a:p>
          <a:r>
            <a:rPr lang="en-US" dirty="0"/>
            <a:t>Chipset Control</a:t>
          </a:r>
        </a:p>
      </dgm:t>
    </dgm:pt>
    <dgm:pt modelId="{4E7586F8-D8C6-41F6-BC1A-7DB6F65B6118}" type="parTrans" cxnId="{245D9F65-31FE-4AAE-8558-B3AF5A2EB777}">
      <dgm:prSet/>
      <dgm:spPr/>
      <dgm:t>
        <a:bodyPr/>
        <a:lstStyle/>
        <a:p>
          <a:endParaRPr lang="en-US"/>
        </a:p>
      </dgm:t>
    </dgm:pt>
    <dgm:pt modelId="{806E93CB-7662-487E-BEA1-640112ED4210}" type="sibTrans" cxnId="{245D9F65-31FE-4AAE-8558-B3AF5A2EB777}">
      <dgm:prSet/>
      <dgm:spPr/>
      <dgm:t>
        <a:bodyPr/>
        <a:lstStyle/>
        <a:p>
          <a:endParaRPr lang="en-US"/>
        </a:p>
      </dgm:t>
    </dgm:pt>
    <dgm:pt modelId="{AB521BF4-1C49-408D-BD15-319201BAFBFE}">
      <dgm:prSet phldrT="[Text]"/>
      <dgm:spPr/>
      <dgm:t>
        <a:bodyPr/>
        <a:lstStyle/>
        <a:p>
          <a:r>
            <a:rPr lang="en-US" dirty="0"/>
            <a:t>CPU Processing</a:t>
          </a:r>
        </a:p>
      </dgm:t>
    </dgm:pt>
    <dgm:pt modelId="{F262934E-D630-4A23-A762-C81C9F8FAA4B}" type="parTrans" cxnId="{D337D876-6609-45B8-ACEA-14A188343376}">
      <dgm:prSet/>
      <dgm:spPr/>
      <dgm:t>
        <a:bodyPr/>
        <a:lstStyle/>
        <a:p>
          <a:endParaRPr lang="en-US"/>
        </a:p>
      </dgm:t>
    </dgm:pt>
    <dgm:pt modelId="{82DC88EA-E812-4342-A9EE-8BFFFC93F0F3}" type="sibTrans" cxnId="{D337D876-6609-45B8-ACEA-14A188343376}">
      <dgm:prSet/>
      <dgm:spPr/>
      <dgm:t>
        <a:bodyPr/>
        <a:lstStyle/>
        <a:p>
          <a:endParaRPr lang="en-US"/>
        </a:p>
      </dgm:t>
    </dgm:pt>
    <dgm:pt modelId="{00F482B6-6837-41D6-B654-AF14CC7BF6D8}">
      <dgm:prSet phldrT="[Text]"/>
      <dgm:spPr/>
      <dgm:t>
        <a:bodyPr/>
        <a:lstStyle/>
        <a:p>
          <a:r>
            <a:rPr lang="en-US" dirty="0"/>
            <a:t>Memory RAM</a:t>
          </a:r>
        </a:p>
      </dgm:t>
    </dgm:pt>
    <dgm:pt modelId="{BB71A837-5C74-4A15-9F05-9227A51B3D0A}" type="parTrans" cxnId="{4AEA181E-0AF7-459D-AFF6-31DA0A1B2DC0}">
      <dgm:prSet/>
      <dgm:spPr/>
      <dgm:t>
        <a:bodyPr/>
        <a:lstStyle/>
        <a:p>
          <a:endParaRPr lang="en-US"/>
        </a:p>
      </dgm:t>
    </dgm:pt>
    <dgm:pt modelId="{D0566195-516B-4B1C-91BA-9F44A104C4B7}" type="sibTrans" cxnId="{4AEA181E-0AF7-459D-AFF6-31DA0A1B2DC0}">
      <dgm:prSet/>
      <dgm:spPr/>
      <dgm:t>
        <a:bodyPr/>
        <a:lstStyle/>
        <a:p>
          <a:endParaRPr lang="en-US"/>
        </a:p>
      </dgm:t>
    </dgm:pt>
    <dgm:pt modelId="{62B6407F-ADA0-45E3-AFB7-063DA780068D}">
      <dgm:prSet phldrT="[Text]"/>
      <dgm:spPr/>
      <dgm:t>
        <a:bodyPr/>
        <a:lstStyle/>
        <a:p>
          <a:r>
            <a:rPr lang="en-US" dirty="0"/>
            <a:t>Storage Device</a:t>
          </a:r>
        </a:p>
      </dgm:t>
    </dgm:pt>
    <dgm:pt modelId="{18EF1F41-CB10-4579-9B99-A6AF199DDC5F}" type="parTrans" cxnId="{5A02D772-C29C-488D-B478-BC9E81ADA697}">
      <dgm:prSet/>
      <dgm:spPr/>
      <dgm:t>
        <a:bodyPr/>
        <a:lstStyle/>
        <a:p>
          <a:endParaRPr lang="en-US"/>
        </a:p>
      </dgm:t>
    </dgm:pt>
    <dgm:pt modelId="{E3820F1E-0687-4C53-8EFC-3E62321E4DDF}" type="sibTrans" cxnId="{5A02D772-C29C-488D-B478-BC9E81ADA697}">
      <dgm:prSet/>
      <dgm:spPr/>
      <dgm:t>
        <a:bodyPr/>
        <a:lstStyle/>
        <a:p>
          <a:endParaRPr lang="en-US"/>
        </a:p>
      </dgm:t>
    </dgm:pt>
    <dgm:pt modelId="{13D471F0-BE9D-46A9-A2C2-2C0A963C4F44}">
      <dgm:prSet phldrT="[Text]"/>
      <dgm:spPr/>
      <dgm:t>
        <a:bodyPr/>
        <a:lstStyle/>
        <a:p>
          <a:r>
            <a:rPr lang="en-US" dirty="0"/>
            <a:t>Output Display</a:t>
          </a:r>
        </a:p>
      </dgm:t>
    </dgm:pt>
    <dgm:pt modelId="{94751AB9-3A04-447B-A3CE-C946E901D290}" type="parTrans" cxnId="{E2740E0A-BFF4-468B-88B9-284EF60BF65F}">
      <dgm:prSet/>
      <dgm:spPr/>
      <dgm:t>
        <a:bodyPr/>
        <a:lstStyle/>
        <a:p>
          <a:endParaRPr lang="en-US"/>
        </a:p>
      </dgm:t>
    </dgm:pt>
    <dgm:pt modelId="{CE9189F6-C158-4D92-9C6D-F89A4A77E2B1}" type="sibTrans" cxnId="{E2740E0A-BFF4-468B-88B9-284EF60BF65F}">
      <dgm:prSet/>
      <dgm:spPr/>
      <dgm:t>
        <a:bodyPr/>
        <a:lstStyle/>
        <a:p>
          <a:endParaRPr lang="en-US"/>
        </a:p>
      </dgm:t>
    </dgm:pt>
    <dgm:pt modelId="{C73D262E-A54D-4D87-A955-60CC790D3F37}" type="pres">
      <dgm:prSet presAssocID="{45D85A6C-1366-4BEE-BC9B-EB27E1A3D103}" presName="Name0" presStyleCnt="0">
        <dgm:presLayoutVars>
          <dgm:dir/>
          <dgm:resizeHandles/>
        </dgm:presLayoutVars>
      </dgm:prSet>
      <dgm:spPr/>
    </dgm:pt>
    <dgm:pt modelId="{7515AC3B-1409-47FB-95A6-63ABA98CE589}" type="pres">
      <dgm:prSet presAssocID="{8EFDECC7-B9DF-436A-9D96-54D6E25C25AF}" presName="compNode" presStyleCnt="0"/>
      <dgm:spPr/>
    </dgm:pt>
    <dgm:pt modelId="{504F5994-58CF-4C9A-824F-9F55E9F8C107}" type="pres">
      <dgm:prSet presAssocID="{8EFDECC7-B9DF-436A-9D96-54D6E25C25AF}" presName="dummyConnPt" presStyleCnt="0"/>
      <dgm:spPr/>
    </dgm:pt>
    <dgm:pt modelId="{B997776C-C430-453A-9B38-7A59254126D5}" type="pres">
      <dgm:prSet presAssocID="{8EFDECC7-B9DF-436A-9D96-54D6E25C25AF}" presName="node" presStyleLbl="node1" presStyleIdx="0" presStyleCnt="7">
        <dgm:presLayoutVars>
          <dgm:bulletEnabled val="1"/>
        </dgm:presLayoutVars>
      </dgm:prSet>
      <dgm:spPr/>
    </dgm:pt>
    <dgm:pt modelId="{BBA45825-B531-41A1-A95A-69D83D2248B6}" type="pres">
      <dgm:prSet presAssocID="{D5A0266F-6B26-4EF8-9DED-6D93CBD6A1AB}" presName="sibTrans" presStyleLbl="bgSibTrans2D1" presStyleIdx="0" presStyleCnt="6"/>
      <dgm:spPr/>
    </dgm:pt>
    <dgm:pt modelId="{DF84AC7B-08B6-49C7-AE41-F6880F573E32}" type="pres">
      <dgm:prSet presAssocID="{FEF7A520-E2BB-4543-A3D3-3466D325ED56}" presName="compNode" presStyleCnt="0"/>
      <dgm:spPr/>
    </dgm:pt>
    <dgm:pt modelId="{0997A7A5-F380-44C0-AEF9-D5CE6933232C}" type="pres">
      <dgm:prSet presAssocID="{FEF7A520-E2BB-4543-A3D3-3466D325ED56}" presName="dummyConnPt" presStyleCnt="0"/>
      <dgm:spPr/>
    </dgm:pt>
    <dgm:pt modelId="{B89BE337-C19A-41EC-9DDC-1BCDAE435AC3}" type="pres">
      <dgm:prSet presAssocID="{FEF7A520-E2BB-4543-A3D3-3466D325ED56}" presName="node" presStyleLbl="node1" presStyleIdx="1" presStyleCnt="7">
        <dgm:presLayoutVars>
          <dgm:bulletEnabled val="1"/>
        </dgm:presLayoutVars>
      </dgm:prSet>
      <dgm:spPr/>
    </dgm:pt>
    <dgm:pt modelId="{754E9386-EA38-4DE8-9DA8-2D78B53319D6}" type="pres">
      <dgm:prSet presAssocID="{B6E7B549-77E0-4B28-BBB3-CEE672B13754}" presName="sibTrans" presStyleLbl="bgSibTrans2D1" presStyleIdx="1" presStyleCnt="6"/>
      <dgm:spPr/>
    </dgm:pt>
    <dgm:pt modelId="{FDC1774A-A9A7-42CD-8630-1D116BFD5F90}" type="pres">
      <dgm:prSet presAssocID="{3B066935-6D02-4BF7-884A-E3F32D204C0A}" presName="compNode" presStyleCnt="0"/>
      <dgm:spPr/>
    </dgm:pt>
    <dgm:pt modelId="{7F7460B1-0376-49B0-ACEA-F7DB363277A4}" type="pres">
      <dgm:prSet presAssocID="{3B066935-6D02-4BF7-884A-E3F32D204C0A}" presName="dummyConnPt" presStyleCnt="0"/>
      <dgm:spPr/>
    </dgm:pt>
    <dgm:pt modelId="{E0356337-F389-4C5D-A009-5B5D36FFE8E2}" type="pres">
      <dgm:prSet presAssocID="{3B066935-6D02-4BF7-884A-E3F32D204C0A}" presName="node" presStyleLbl="node1" presStyleIdx="2" presStyleCnt="7">
        <dgm:presLayoutVars>
          <dgm:bulletEnabled val="1"/>
        </dgm:presLayoutVars>
      </dgm:prSet>
      <dgm:spPr/>
    </dgm:pt>
    <dgm:pt modelId="{C114FD54-9548-4581-9402-EDC9B0BC9B6B}" type="pres">
      <dgm:prSet presAssocID="{806E93CB-7662-487E-BEA1-640112ED4210}" presName="sibTrans" presStyleLbl="bgSibTrans2D1" presStyleIdx="2" presStyleCnt="6"/>
      <dgm:spPr/>
    </dgm:pt>
    <dgm:pt modelId="{454BA219-AB04-4B45-BA9F-87F6CE32ACD5}" type="pres">
      <dgm:prSet presAssocID="{AB521BF4-1C49-408D-BD15-319201BAFBFE}" presName="compNode" presStyleCnt="0"/>
      <dgm:spPr/>
    </dgm:pt>
    <dgm:pt modelId="{39DA1E56-AAEA-4922-BEB7-079E944E8747}" type="pres">
      <dgm:prSet presAssocID="{AB521BF4-1C49-408D-BD15-319201BAFBFE}" presName="dummyConnPt" presStyleCnt="0"/>
      <dgm:spPr/>
    </dgm:pt>
    <dgm:pt modelId="{1A35767D-0D6E-47FC-8F92-7A6C5225DD72}" type="pres">
      <dgm:prSet presAssocID="{AB521BF4-1C49-408D-BD15-319201BAFBFE}" presName="node" presStyleLbl="node1" presStyleIdx="3" presStyleCnt="7">
        <dgm:presLayoutVars>
          <dgm:bulletEnabled val="1"/>
        </dgm:presLayoutVars>
      </dgm:prSet>
      <dgm:spPr/>
    </dgm:pt>
    <dgm:pt modelId="{1ADAFA70-0746-4C9A-B7AF-EDA00CFB988C}" type="pres">
      <dgm:prSet presAssocID="{82DC88EA-E812-4342-A9EE-8BFFFC93F0F3}" presName="sibTrans" presStyleLbl="bgSibTrans2D1" presStyleIdx="3" presStyleCnt="6"/>
      <dgm:spPr/>
    </dgm:pt>
    <dgm:pt modelId="{30A1463C-9B65-490A-B9A3-B7577454889D}" type="pres">
      <dgm:prSet presAssocID="{00F482B6-6837-41D6-B654-AF14CC7BF6D8}" presName="compNode" presStyleCnt="0"/>
      <dgm:spPr/>
    </dgm:pt>
    <dgm:pt modelId="{34A719A0-C138-4953-815C-F8F53BEB8543}" type="pres">
      <dgm:prSet presAssocID="{00F482B6-6837-41D6-B654-AF14CC7BF6D8}" presName="dummyConnPt" presStyleCnt="0"/>
      <dgm:spPr/>
    </dgm:pt>
    <dgm:pt modelId="{6301FCFD-B5DF-42EE-952C-C616C3AF4D98}" type="pres">
      <dgm:prSet presAssocID="{00F482B6-6837-41D6-B654-AF14CC7BF6D8}" presName="node" presStyleLbl="node1" presStyleIdx="4" presStyleCnt="7">
        <dgm:presLayoutVars>
          <dgm:bulletEnabled val="1"/>
        </dgm:presLayoutVars>
      </dgm:prSet>
      <dgm:spPr/>
    </dgm:pt>
    <dgm:pt modelId="{E71A6368-21FD-45E1-95A1-2326535C5B2B}" type="pres">
      <dgm:prSet presAssocID="{D0566195-516B-4B1C-91BA-9F44A104C4B7}" presName="sibTrans" presStyleLbl="bgSibTrans2D1" presStyleIdx="4" presStyleCnt="6"/>
      <dgm:spPr/>
    </dgm:pt>
    <dgm:pt modelId="{BF8AACBB-7748-463E-A539-2F8C5D9D4224}" type="pres">
      <dgm:prSet presAssocID="{62B6407F-ADA0-45E3-AFB7-063DA780068D}" presName="compNode" presStyleCnt="0"/>
      <dgm:spPr/>
    </dgm:pt>
    <dgm:pt modelId="{BA1C7A01-102B-493B-B703-923EC6552545}" type="pres">
      <dgm:prSet presAssocID="{62B6407F-ADA0-45E3-AFB7-063DA780068D}" presName="dummyConnPt" presStyleCnt="0"/>
      <dgm:spPr/>
    </dgm:pt>
    <dgm:pt modelId="{2B2BE9F2-B00E-4B94-86CE-2DBB368B7A49}" type="pres">
      <dgm:prSet presAssocID="{62B6407F-ADA0-45E3-AFB7-063DA780068D}" presName="node" presStyleLbl="node1" presStyleIdx="5" presStyleCnt="7">
        <dgm:presLayoutVars>
          <dgm:bulletEnabled val="1"/>
        </dgm:presLayoutVars>
      </dgm:prSet>
      <dgm:spPr/>
    </dgm:pt>
    <dgm:pt modelId="{F2451F1F-A545-4E59-9F14-0992DE7B1F0B}" type="pres">
      <dgm:prSet presAssocID="{E3820F1E-0687-4C53-8EFC-3E62321E4DDF}" presName="sibTrans" presStyleLbl="bgSibTrans2D1" presStyleIdx="5" presStyleCnt="6"/>
      <dgm:spPr/>
    </dgm:pt>
    <dgm:pt modelId="{8D6E0EC0-72DA-4867-86A0-95184D97883F}" type="pres">
      <dgm:prSet presAssocID="{13D471F0-BE9D-46A9-A2C2-2C0A963C4F44}" presName="compNode" presStyleCnt="0"/>
      <dgm:spPr/>
    </dgm:pt>
    <dgm:pt modelId="{A4BA966A-7067-44BB-B54A-BB218BA49320}" type="pres">
      <dgm:prSet presAssocID="{13D471F0-BE9D-46A9-A2C2-2C0A963C4F44}" presName="dummyConnPt" presStyleCnt="0"/>
      <dgm:spPr/>
    </dgm:pt>
    <dgm:pt modelId="{F4A9B6F0-7CC6-44B9-8029-FEE543BDA52A}" type="pres">
      <dgm:prSet presAssocID="{13D471F0-BE9D-46A9-A2C2-2C0A963C4F44}" presName="node" presStyleLbl="node1" presStyleIdx="6" presStyleCnt="7">
        <dgm:presLayoutVars>
          <dgm:bulletEnabled val="1"/>
        </dgm:presLayoutVars>
      </dgm:prSet>
      <dgm:spPr/>
    </dgm:pt>
  </dgm:ptLst>
  <dgm:cxnLst>
    <dgm:cxn modelId="{E2740E0A-BFF4-468B-88B9-284EF60BF65F}" srcId="{45D85A6C-1366-4BEE-BC9B-EB27E1A3D103}" destId="{13D471F0-BE9D-46A9-A2C2-2C0A963C4F44}" srcOrd="6" destOrd="0" parTransId="{94751AB9-3A04-447B-A3CE-C946E901D290}" sibTransId="{CE9189F6-C158-4D92-9C6D-F89A4A77E2B1}"/>
    <dgm:cxn modelId="{E9FBED10-F9A5-4408-A285-1E869E8958E5}" type="presOf" srcId="{E3820F1E-0687-4C53-8EFC-3E62321E4DDF}" destId="{F2451F1F-A545-4E59-9F14-0992DE7B1F0B}" srcOrd="0" destOrd="0" presId="urn:microsoft.com/office/officeart/2005/8/layout/bProcess4"/>
    <dgm:cxn modelId="{4AEA181E-0AF7-459D-AFF6-31DA0A1B2DC0}" srcId="{45D85A6C-1366-4BEE-BC9B-EB27E1A3D103}" destId="{00F482B6-6837-41D6-B654-AF14CC7BF6D8}" srcOrd="4" destOrd="0" parTransId="{BB71A837-5C74-4A15-9F05-9227A51B3D0A}" sibTransId="{D0566195-516B-4B1C-91BA-9F44A104C4B7}"/>
    <dgm:cxn modelId="{09633230-8231-4730-B3EB-8D103E41131B}" type="presOf" srcId="{AB521BF4-1C49-408D-BD15-319201BAFBFE}" destId="{1A35767D-0D6E-47FC-8F92-7A6C5225DD72}" srcOrd="0" destOrd="0" presId="urn:microsoft.com/office/officeart/2005/8/layout/bProcess4"/>
    <dgm:cxn modelId="{CC7AD75F-3C71-4B5A-948D-74F0F3DB6D44}" type="presOf" srcId="{62B6407F-ADA0-45E3-AFB7-063DA780068D}" destId="{2B2BE9F2-B00E-4B94-86CE-2DBB368B7A49}" srcOrd="0" destOrd="0" presId="urn:microsoft.com/office/officeart/2005/8/layout/bProcess4"/>
    <dgm:cxn modelId="{0A1E9B61-93AD-4724-AB4F-2F24A2213873}" srcId="{45D85A6C-1366-4BEE-BC9B-EB27E1A3D103}" destId="{8EFDECC7-B9DF-436A-9D96-54D6E25C25AF}" srcOrd="0" destOrd="0" parTransId="{01B98550-3BC7-4236-87EB-DC222726EEB0}" sibTransId="{D5A0266F-6B26-4EF8-9DED-6D93CBD6A1AB}"/>
    <dgm:cxn modelId="{C3FB8B64-02F6-45C0-8548-B70BACD76753}" srcId="{45D85A6C-1366-4BEE-BC9B-EB27E1A3D103}" destId="{FEF7A520-E2BB-4543-A3D3-3466D325ED56}" srcOrd="1" destOrd="0" parTransId="{F33C2D58-A19A-4A35-8D75-384A43C654C2}" sibTransId="{B6E7B549-77E0-4B28-BBB3-CEE672B13754}"/>
    <dgm:cxn modelId="{245D9F65-31FE-4AAE-8558-B3AF5A2EB777}" srcId="{45D85A6C-1366-4BEE-BC9B-EB27E1A3D103}" destId="{3B066935-6D02-4BF7-884A-E3F32D204C0A}" srcOrd="2" destOrd="0" parTransId="{4E7586F8-D8C6-41F6-BC1A-7DB6F65B6118}" sibTransId="{806E93CB-7662-487E-BEA1-640112ED4210}"/>
    <dgm:cxn modelId="{64B2856F-C309-4EF3-9D8D-B64AFC9AF101}" type="presOf" srcId="{45D85A6C-1366-4BEE-BC9B-EB27E1A3D103}" destId="{C73D262E-A54D-4D87-A955-60CC790D3F37}" srcOrd="0" destOrd="0" presId="urn:microsoft.com/office/officeart/2005/8/layout/bProcess4"/>
    <dgm:cxn modelId="{5A02D772-C29C-488D-B478-BC9E81ADA697}" srcId="{45D85A6C-1366-4BEE-BC9B-EB27E1A3D103}" destId="{62B6407F-ADA0-45E3-AFB7-063DA780068D}" srcOrd="5" destOrd="0" parTransId="{18EF1F41-CB10-4579-9B99-A6AF199DDC5F}" sibTransId="{E3820F1E-0687-4C53-8EFC-3E62321E4DDF}"/>
    <dgm:cxn modelId="{D337D876-6609-45B8-ACEA-14A188343376}" srcId="{45D85A6C-1366-4BEE-BC9B-EB27E1A3D103}" destId="{AB521BF4-1C49-408D-BD15-319201BAFBFE}" srcOrd="3" destOrd="0" parTransId="{F262934E-D630-4A23-A762-C81C9F8FAA4B}" sibTransId="{82DC88EA-E812-4342-A9EE-8BFFFC93F0F3}"/>
    <dgm:cxn modelId="{E3C65657-85D9-4AF7-98EA-C68DC18755EB}" type="presOf" srcId="{3B066935-6D02-4BF7-884A-E3F32D204C0A}" destId="{E0356337-F389-4C5D-A009-5B5D36FFE8E2}" srcOrd="0" destOrd="0" presId="urn:microsoft.com/office/officeart/2005/8/layout/bProcess4"/>
    <dgm:cxn modelId="{FB04215A-BA35-4A21-AC75-6378AFC14EDF}" type="presOf" srcId="{D0566195-516B-4B1C-91BA-9F44A104C4B7}" destId="{E71A6368-21FD-45E1-95A1-2326535C5B2B}" srcOrd="0" destOrd="0" presId="urn:microsoft.com/office/officeart/2005/8/layout/bProcess4"/>
    <dgm:cxn modelId="{B8473A7F-A6AD-4C71-B3E4-2791F5B0420E}" type="presOf" srcId="{00F482B6-6837-41D6-B654-AF14CC7BF6D8}" destId="{6301FCFD-B5DF-42EE-952C-C616C3AF4D98}" srcOrd="0" destOrd="0" presId="urn:microsoft.com/office/officeart/2005/8/layout/bProcess4"/>
    <dgm:cxn modelId="{BA9B4F8B-8387-4C80-BB26-4BDA3CE7FD81}" type="presOf" srcId="{806E93CB-7662-487E-BEA1-640112ED4210}" destId="{C114FD54-9548-4581-9402-EDC9B0BC9B6B}" srcOrd="0" destOrd="0" presId="urn:microsoft.com/office/officeart/2005/8/layout/bProcess4"/>
    <dgm:cxn modelId="{B14EA29A-64CB-4E94-A2AF-272F9BD65BB2}" type="presOf" srcId="{82DC88EA-E812-4342-A9EE-8BFFFC93F0F3}" destId="{1ADAFA70-0746-4C9A-B7AF-EDA00CFB988C}" srcOrd="0" destOrd="0" presId="urn:microsoft.com/office/officeart/2005/8/layout/bProcess4"/>
    <dgm:cxn modelId="{1EC43D9D-BFD9-4FF8-8C25-7B9F32A8AACF}" type="presOf" srcId="{8EFDECC7-B9DF-436A-9D96-54D6E25C25AF}" destId="{B997776C-C430-453A-9B38-7A59254126D5}" srcOrd="0" destOrd="0" presId="urn:microsoft.com/office/officeart/2005/8/layout/bProcess4"/>
    <dgm:cxn modelId="{29C75CC4-3DC4-4590-ADE9-2719F22A728D}" type="presOf" srcId="{B6E7B549-77E0-4B28-BBB3-CEE672B13754}" destId="{754E9386-EA38-4DE8-9DA8-2D78B53319D6}" srcOrd="0" destOrd="0" presId="urn:microsoft.com/office/officeart/2005/8/layout/bProcess4"/>
    <dgm:cxn modelId="{CC0FE1C7-DFA4-4ACE-8BC4-DDFE2C3C9FD0}" type="presOf" srcId="{D5A0266F-6B26-4EF8-9DED-6D93CBD6A1AB}" destId="{BBA45825-B531-41A1-A95A-69D83D2248B6}" srcOrd="0" destOrd="0" presId="urn:microsoft.com/office/officeart/2005/8/layout/bProcess4"/>
    <dgm:cxn modelId="{2FF381E9-5F71-477D-9021-367162EA8EBB}" type="presOf" srcId="{13D471F0-BE9D-46A9-A2C2-2C0A963C4F44}" destId="{F4A9B6F0-7CC6-44B9-8029-FEE543BDA52A}" srcOrd="0" destOrd="0" presId="urn:microsoft.com/office/officeart/2005/8/layout/bProcess4"/>
    <dgm:cxn modelId="{83804BF3-2223-496F-8F17-950FFE45D0DC}" type="presOf" srcId="{FEF7A520-E2BB-4543-A3D3-3466D325ED56}" destId="{B89BE337-C19A-41EC-9DDC-1BCDAE435AC3}" srcOrd="0" destOrd="0" presId="urn:microsoft.com/office/officeart/2005/8/layout/bProcess4"/>
    <dgm:cxn modelId="{C6FBEFDD-C594-4DA8-8642-2BFEBE8BCB4F}" type="presParOf" srcId="{C73D262E-A54D-4D87-A955-60CC790D3F37}" destId="{7515AC3B-1409-47FB-95A6-63ABA98CE589}" srcOrd="0" destOrd="0" presId="urn:microsoft.com/office/officeart/2005/8/layout/bProcess4"/>
    <dgm:cxn modelId="{4B7E2217-0AEE-40A9-B476-87788B11688E}" type="presParOf" srcId="{7515AC3B-1409-47FB-95A6-63ABA98CE589}" destId="{504F5994-58CF-4C9A-824F-9F55E9F8C107}" srcOrd="0" destOrd="0" presId="urn:microsoft.com/office/officeart/2005/8/layout/bProcess4"/>
    <dgm:cxn modelId="{896CBF73-CF59-4CB2-A488-B258D5B254D5}" type="presParOf" srcId="{7515AC3B-1409-47FB-95A6-63ABA98CE589}" destId="{B997776C-C430-453A-9B38-7A59254126D5}" srcOrd="1" destOrd="0" presId="urn:microsoft.com/office/officeart/2005/8/layout/bProcess4"/>
    <dgm:cxn modelId="{BD38789D-7397-45CD-8131-5271F7FDBEF4}" type="presParOf" srcId="{C73D262E-A54D-4D87-A955-60CC790D3F37}" destId="{BBA45825-B531-41A1-A95A-69D83D2248B6}" srcOrd="1" destOrd="0" presId="urn:microsoft.com/office/officeart/2005/8/layout/bProcess4"/>
    <dgm:cxn modelId="{734E305C-C4C0-4544-ADA9-716FAF3C5E73}" type="presParOf" srcId="{C73D262E-A54D-4D87-A955-60CC790D3F37}" destId="{DF84AC7B-08B6-49C7-AE41-F6880F573E32}" srcOrd="2" destOrd="0" presId="urn:microsoft.com/office/officeart/2005/8/layout/bProcess4"/>
    <dgm:cxn modelId="{974E6286-19F1-4E58-8613-1F90A603637F}" type="presParOf" srcId="{DF84AC7B-08B6-49C7-AE41-F6880F573E32}" destId="{0997A7A5-F380-44C0-AEF9-D5CE6933232C}" srcOrd="0" destOrd="0" presId="urn:microsoft.com/office/officeart/2005/8/layout/bProcess4"/>
    <dgm:cxn modelId="{B8637169-5765-4C1F-8413-D3E56666764F}" type="presParOf" srcId="{DF84AC7B-08B6-49C7-AE41-F6880F573E32}" destId="{B89BE337-C19A-41EC-9DDC-1BCDAE435AC3}" srcOrd="1" destOrd="0" presId="urn:microsoft.com/office/officeart/2005/8/layout/bProcess4"/>
    <dgm:cxn modelId="{798E02B7-A1D9-4EF3-BD69-BF78B23F0FAC}" type="presParOf" srcId="{C73D262E-A54D-4D87-A955-60CC790D3F37}" destId="{754E9386-EA38-4DE8-9DA8-2D78B53319D6}" srcOrd="3" destOrd="0" presId="urn:microsoft.com/office/officeart/2005/8/layout/bProcess4"/>
    <dgm:cxn modelId="{B0E3BB78-0F29-4D65-B9BE-20433C485D8C}" type="presParOf" srcId="{C73D262E-A54D-4D87-A955-60CC790D3F37}" destId="{FDC1774A-A9A7-42CD-8630-1D116BFD5F90}" srcOrd="4" destOrd="0" presId="urn:microsoft.com/office/officeart/2005/8/layout/bProcess4"/>
    <dgm:cxn modelId="{CA548299-6923-46D5-85C1-B4DEFEFDD611}" type="presParOf" srcId="{FDC1774A-A9A7-42CD-8630-1D116BFD5F90}" destId="{7F7460B1-0376-49B0-ACEA-F7DB363277A4}" srcOrd="0" destOrd="0" presId="urn:microsoft.com/office/officeart/2005/8/layout/bProcess4"/>
    <dgm:cxn modelId="{067DEA03-7FA4-406C-8074-75DBA2FA458A}" type="presParOf" srcId="{FDC1774A-A9A7-42CD-8630-1D116BFD5F90}" destId="{E0356337-F389-4C5D-A009-5B5D36FFE8E2}" srcOrd="1" destOrd="0" presId="urn:microsoft.com/office/officeart/2005/8/layout/bProcess4"/>
    <dgm:cxn modelId="{412ADD65-9007-4F2C-8399-6AC466ECA0EC}" type="presParOf" srcId="{C73D262E-A54D-4D87-A955-60CC790D3F37}" destId="{C114FD54-9548-4581-9402-EDC9B0BC9B6B}" srcOrd="5" destOrd="0" presId="urn:microsoft.com/office/officeart/2005/8/layout/bProcess4"/>
    <dgm:cxn modelId="{C38059DD-CC1F-4681-B3F5-311E5361B4C3}" type="presParOf" srcId="{C73D262E-A54D-4D87-A955-60CC790D3F37}" destId="{454BA219-AB04-4B45-BA9F-87F6CE32ACD5}" srcOrd="6" destOrd="0" presId="urn:microsoft.com/office/officeart/2005/8/layout/bProcess4"/>
    <dgm:cxn modelId="{0B772330-C6CB-44BB-A0A8-A69AEEB490BA}" type="presParOf" srcId="{454BA219-AB04-4B45-BA9F-87F6CE32ACD5}" destId="{39DA1E56-AAEA-4922-BEB7-079E944E8747}" srcOrd="0" destOrd="0" presId="urn:microsoft.com/office/officeart/2005/8/layout/bProcess4"/>
    <dgm:cxn modelId="{64CAAED5-E215-458E-89A3-2BB4004BFF21}" type="presParOf" srcId="{454BA219-AB04-4B45-BA9F-87F6CE32ACD5}" destId="{1A35767D-0D6E-47FC-8F92-7A6C5225DD72}" srcOrd="1" destOrd="0" presId="urn:microsoft.com/office/officeart/2005/8/layout/bProcess4"/>
    <dgm:cxn modelId="{92139EA5-4D3E-4398-ADC4-9F221C95A944}" type="presParOf" srcId="{C73D262E-A54D-4D87-A955-60CC790D3F37}" destId="{1ADAFA70-0746-4C9A-B7AF-EDA00CFB988C}" srcOrd="7" destOrd="0" presId="urn:microsoft.com/office/officeart/2005/8/layout/bProcess4"/>
    <dgm:cxn modelId="{0AF9B6B2-5F0B-4B16-9BD8-EFD74F046D1A}" type="presParOf" srcId="{C73D262E-A54D-4D87-A955-60CC790D3F37}" destId="{30A1463C-9B65-490A-B9A3-B7577454889D}" srcOrd="8" destOrd="0" presId="urn:microsoft.com/office/officeart/2005/8/layout/bProcess4"/>
    <dgm:cxn modelId="{ADD39B42-1D26-4399-80C4-28605E2CA05F}" type="presParOf" srcId="{30A1463C-9B65-490A-B9A3-B7577454889D}" destId="{34A719A0-C138-4953-815C-F8F53BEB8543}" srcOrd="0" destOrd="0" presId="urn:microsoft.com/office/officeart/2005/8/layout/bProcess4"/>
    <dgm:cxn modelId="{175991D6-0DB3-4FF2-BAC4-C99C5B6A84AB}" type="presParOf" srcId="{30A1463C-9B65-490A-B9A3-B7577454889D}" destId="{6301FCFD-B5DF-42EE-952C-C616C3AF4D98}" srcOrd="1" destOrd="0" presId="urn:microsoft.com/office/officeart/2005/8/layout/bProcess4"/>
    <dgm:cxn modelId="{F6D0AB59-C7F8-4CD3-B64E-536C473C731B}" type="presParOf" srcId="{C73D262E-A54D-4D87-A955-60CC790D3F37}" destId="{E71A6368-21FD-45E1-95A1-2326535C5B2B}" srcOrd="9" destOrd="0" presId="urn:microsoft.com/office/officeart/2005/8/layout/bProcess4"/>
    <dgm:cxn modelId="{A9B1FDA6-5F4C-4BE6-A390-886ED2269A8E}" type="presParOf" srcId="{C73D262E-A54D-4D87-A955-60CC790D3F37}" destId="{BF8AACBB-7748-463E-A539-2F8C5D9D4224}" srcOrd="10" destOrd="0" presId="urn:microsoft.com/office/officeart/2005/8/layout/bProcess4"/>
    <dgm:cxn modelId="{C5565141-C506-407B-9FEB-F71B1CB55E1D}" type="presParOf" srcId="{BF8AACBB-7748-463E-A539-2F8C5D9D4224}" destId="{BA1C7A01-102B-493B-B703-923EC6552545}" srcOrd="0" destOrd="0" presId="urn:microsoft.com/office/officeart/2005/8/layout/bProcess4"/>
    <dgm:cxn modelId="{B3F502E7-F923-45F5-B376-6A3C0E8C0924}" type="presParOf" srcId="{BF8AACBB-7748-463E-A539-2F8C5D9D4224}" destId="{2B2BE9F2-B00E-4B94-86CE-2DBB368B7A49}" srcOrd="1" destOrd="0" presId="urn:microsoft.com/office/officeart/2005/8/layout/bProcess4"/>
    <dgm:cxn modelId="{2A98737C-F201-47C4-ADDD-497C0F2F1DE3}" type="presParOf" srcId="{C73D262E-A54D-4D87-A955-60CC790D3F37}" destId="{F2451F1F-A545-4E59-9F14-0992DE7B1F0B}" srcOrd="11" destOrd="0" presId="urn:microsoft.com/office/officeart/2005/8/layout/bProcess4"/>
    <dgm:cxn modelId="{712EC689-5531-43BA-A415-650CAE70129E}" type="presParOf" srcId="{C73D262E-A54D-4D87-A955-60CC790D3F37}" destId="{8D6E0EC0-72DA-4867-86A0-95184D97883F}" srcOrd="12" destOrd="0" presId="urn:microsoft.com/office/officeart/2005/8/layout/bProcess4"/>
    <dgm:cxn modelId="{91C5D7DE-AE1B-4387-9946-0E4107FFF409}" type="presParOf" srcId="{8D6E0EC0-72DA-4867-86A0-95184D97883F}" destId="{A4BA966A-7067-44BB-B54A-BB218BA49320}" srcOrd="0" destOrd="0" presId="urn:microsoft.com/office/officeart/2005/8/layout/bProcess4"/>
    <dgm:cxn modelId="{9F0AF5C3-BAF5-438E-9D77-A135B7A8EF99}" type="presParOf" srcId="{8D6E0EC0-72DA-4867-86A0-95184D97883F}" destId="{F4A9B6F0-7CC6-44B9-8029-FEE543BDA52A}"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F81F38-696A-4725-9091-61470BD21021}">
      <dsp:nvSpPr>
        <dsp:cNvPr id="0" name=""/>
        <dsp:cNvSpPr/>
      </dsp:nvSpPr>
      <dsp:spPr>
        <a:xfrm>
          <a:off x="1552851" y="562"/>
          <a:ext cx="2931402" cy="1758841"/>
        </a:xfrm>
        <a:prstGeom prst="roundRect">
          <a:avLst>
            <a:gd name="adj" fmla="val 10000"/>
          </a:avLst>
        </a:prstGeom>
        <a:solidFill>
          <a:schemeClr val="accent3">
            <a:shade val="50000"/>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300" b="0" i="0" kern="1200" dirty="0"/>
            <a:t>Early 1980s – The Beginning:</a:t>
          </a:r>
        </a:p>
        <a:p>
          <a:pPr marL="0" lvl="0" indent="0" algn="ctr" defTabSz="577850">
            <a:lnSpc>
              <a:spcPct val="90000"/>
            </a:lnSpc>
            <a:spcBef>
              <a:spcPct val="0"/>
            </a:spcBef>
            <a:spcAft>
              <a:spcPct val="35000"/>
            </a:spcAft>
            <a:buFont typeface="Arial" panose="020B0604020202020204" pitchFamily="34" charset="0"/>
            <a:buNone/>
          </a:pPr>
          <a:r>
            <a:rPr lang="en-US" sz="1300" b="0" i="0" kern="1200" dirty="0"/>
            <a:t>The first true motherboard appeared with the IBM Personal Computer (PC) in 1981. It was called the “planar board” and contained the CPU, memory, and other essential components.</a:t>
          </a:r>
          <a:endParaRPr lang="en-US" sz="1300" kern="1200" dirty="0"/>
        </a:p>
      </dsp:txBody>
      <dsp:txXfrm>
        <a:off x="1604366" y="52077"/>
        <a:ext cx="2828372" cy="1655811"/>
      </dsp:txXfrm>
    </dsp:sp>
    <dsp:sp modelId="{80AE5F90-1B5A-437C-A554-0FFE542CA7EF}">
      <dsp:nvSpPr>
        <dsp:cNvPr id="0" name=""/>
        <dsp:cNvSpPr/>
      </dsp:nvSpPr>
      <dsp:spPr>
        <a:xfrm>
          <a:off x="4742216" y="516489"/>
          <a:ext cx="621457" cy="726987"/>
        </a:xfrm>
        <a:prstGeom prst="rightArrow">
          <a:avLst>
            <a:gd name="adj1" fmla="val 60000"/>
            <a:gd name="adj2" fmla="val 50000"/>
          </a:avLst>
        </a:prstGeom>
        <a:solidFill>
          <a:schemeClr val="accent3">
            <a:shade val="90000"/>
            <a:hueOff val="0"/>
            <a:satOff val="0"/>
            <a:lumOff val="0"/>
            <a:alphaOff val="0"/>
          </a:schemeClr>
        </a:solidFill>
        <a:ln w="6350" cap="flat" cmpd="sng" algn="ctr">
          <a:solidFill>
            <a:schemeClr val="accent3">
              <a:shade val="90000"/>
              <a:hueOff val="0"/>
              <a:satOff val="0"/>
              <a:lumOff val="0"/>
              <a:alphaOff val="0"/>
            </a:schemeClr>
          </a:solidFill>
          <a:prstDash val="solid"/>
          <a:miter lim="800000"/>
        </a:ln>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742216" y="661886"/>
        <a:ext cx="435020" cy="436193"/>
      </dsp:txXfrm>
    </dsp:sp>
    <dsp:sp modelId="{A6F59DED-0179-4B59-870B-9CD7C0979F94}">
      <dsp:nvSpPr>
        <dsp:cNvPr id="0" name=""/>
        <dsp:cNvSpPr/>
      </dsp:nvSpPr>
      <dsp:spPr>
        <a:xfrm>
          <a:off x="5656814" y="562"/>
          <a:ext cx="2931402" cy="1758841"/>
        </a:xfrm>
        <a:prstGeom prst="roundRect">
          <a:avLst>
            <a:gd name="adj" fmla="val 10000"/>
          </a:avLst>
        </a:prstGeom>
        <a:solidFill>
          <a:schemeClr val="accent3">
            <a:shade val="50000"/>
            <a:hueOff val="0"/>
            <a:satOff val="0"/>
            <a:lumOff val="14385"/>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300" b="0" i="0" kern="1200" dirty="0"/>
            <a:t>Mid-1980s – Expansion Era:</a:t>
          </a:r>
        </a:p>
        <a:p>
          <a:pPr marL="0" lvl="0" indent="0" algn="ctr" defTabSz="577850">
            <a:lnSpc>
              <a:spcPct val="90000"/>
            </a:lnSpc>
            <a:spcBef>
              <a:spcPct val="0"/>
            </a:spcBef>
            <a:spcAft>
              <a:spcPct val="35000"/>
            </a:spcAft>
            <a:buFont typeface="Arial" panose="020B0604020202020204" pitchFamily="34" charset="0"/>
            <a:buNone/>
          </a:pPr>
          <a:r>
            <a:rPr lang="en-US" sz="1300" b="0" i="0" kern="1200" dirty="0"/>
            <a:t>As technology advanced, motherboard designs included more expansion slots to allow users to add features like sound cards, graphics cards, and network adapters.</a:t>
          </a:r>
          <a:endParaRPr lang="en-US" sz="1300" kern="1200" dirty="0"/>
        </a:p>
      </dsp:txBody>
      <dsp:txXfrm>
        <a:off x="5708329" y="52077"/>
        <a:ext cx="2828372" cy="1655811"/>
      </dsp:txXfrm>
    </dsp:sp>
    <dsp:sp modelId="{F2646A5E-02D7-42DB-B070-94054672D142}">
      <dsp:nvSpPr>
        <dsp:cNvPr id="0" name=""/>
        <dsp:cNvSpPr/>
      </dsp:nvSpPr>
      <dsp:spPr>
        <a:xfrm rot="5400000">
          <a:off x="6811787" y="1964601"/>
          <a:ext cx="621457" cy="726987"/>
        </a:xfrm>
        <a:prstGeom prst="rightArrow">
          <a:avLst>
            <a:gd name="adj1" fmla="val 60000"/>
            <a:gd name="adj2" fmla="val 50000"/>
          </a:avLst>
        </a:prstGeom>
        <a:solidFill>
          <a:schemeClr val="accent3">
            <a:shade val="90000"/>
            <a:hueOff val="0"/>
            <a:satOff val="0"/>
            <a:lumOff val="11547"/>
            <a:alphaOff val="0"/>
          </a:schemeClr>
        </a:solidFill>
        <a:ln w="6350" cap="flat" cmpd="sng" algn="ctr">
          <a:solidFill>
            <a:schemeClr val="accent3">
              <a:shade val="90000"/>
              <a:hueOff val="0"/>
              <a:satOff val="0"/>
              <a:lumOff val="11547"/>
              <a:alphaOff val="0"/>
            </a:schemeClr>
          </a:solidFill>
          <a:prstDash val="solid"/>
          <a:miter lim="800000"/>
        </a:ln>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6904420" y="2017366"/>
        <a:ext cx="436193" cy="435020"/>
      </dsp:txXfrm>
    </dsp:sp>
    <dsp:sp modelId="{433ED94B-AF31-4FC7-95C3-4697A62EA1C7}">
      <dsp:nvSpPr>
        <dsp:cNvPr id="0" name=""/>
        <dsp:cNvSpPr/>
      </dsp:nvSpPr>
      <dsp:spPr>
        <a:xfrm>
          <a:off x="5656814" y="2931964"/>
          <a:ext cx="2931402" cy="1758841"/>
        </a:xfrm>
        <a:prstGeom prst="roundRect">
          <a:avLst>
            <a:gd name="adj" fmla="val 10000"/>
          </a:avLst>
        </a:prstGeom>
        <a:solidFill>
          <a:schemeClr val="accent3">
            <a:shade val="50000"/>
            <a:hueOff val="0"/>
            <a:satOff val="0"/>
            <a:lumOff val="2877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300" b="0" i="0" kern="1200" dirty="0"/>
            <a:t>1990s – Standardization:</a:t>
          </a:r>
        </a:p>
        <a:p>
          <a:pPr marL="0" lvl="0" indent="0" algn="ctr" defTabSz="577850">
            <a:lnSpc>
              <a:spcPct val="90000"/>
            </a:lnSpc>
            <a:spcBef>
              <a:spcPct val="0"/>
            </a:spcBef>
            <a:spcAft>
              <a:spcPct val="35000"/>
            </a:spcAft>
            <a:buFont typeface="Arial" panose="020B0604020202020204" pitchFamily="34" charset="0"/>
            <a:buNone/>
          </a:pPr>
          <a:r>
            <a:rPr lang="en-US" sz="1300" b="0" i="0" kern="1200" dirty="0"/>
            <a:t>The AT (Advanced Technology) and later ATX (Advanced Technology Extended) form factors were developed by Intel. The ATX motherboard, introduced in 1995, became the industry standard due to better power distribution and component layout.</a:t>
          </a:r>
          <a:endParaRPr lang="en-US" sz="1300" kern="1200" dirty="0"/>
        </a:p>
      </dsp:txBody>
      <dsp:txXfrm>
        <a:off x="5708329" y="2983479"/>
        <a:ext cx="2828372" cy="1655811"/>
      </dsp:txXfrm>
    </dsp:sp>
    <dsp:sp modelId="{C391DED2-186A-4317-A856-1A995144813A}">
      <dsp:nvSpPr>
        <dsp:cNvPr id="0" name=""/>
        <dsp:cNvSpPr/>
      </dsp:nvSpPr>
      <dsp:spPr>
        <a:xfrm rot="10800000">
          <a:off x="4777393" y="3447891"/>
          <a:ext cx="621457" cy="726987"/>
        </a:xfrm>
        <a:prstGeom prst="rightArrow">
          <a:avLst>
            <a:gd name="adj1" fmla="val 60000"/>
            <a:gd name="adj2" fmla="val 50000"/>
          </a:avLst>
        </a:prstGeom>
        <a:solidFill>
          <a:schemeClr val="accent3">
            <a:shade val="90000"/>
            <a:hueOff val="0"/>
            <a:satOff val="0"/>
            <a:lumOff val="23095"/>
            <a:alphaOff val="0"/>
          </a:schemeClr>
        </a:solidFill>
        <a:ln w="6350" cap="flat" cmpd="sng" algn="ctr">
          <a:solidFill>
            <a:schemeClr val="accent3">
              <a:shade val="90000"/>
              <a:hueOff val="0"/>
              <a:satOff val="0"/>
              <a:lumOff val="23095"/>
              <a:alphaOff val="0"/>
            </a:schemeClr>
          </a:solidFill>
          <a:prstDash val="solid"/>
          <a:miter lim="800000"/>
        </a:ln>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4963830" y="3593288"/>
        <a:ext cx="435020" cy="436193"/>
      </dsp:txXfrm>
    </dsp:sp>
    <dsp:sp modelId="{CE034F43-EF89-42DE-96A6-CDE0A9F89000}">
      <dsp:nvSpPr>
        <dsp:cNvPr id="0" name=""/>
        <dsp:cNvSpPr/>
      </dsp:nvSpPr>
      <dsp:spPr>
        <a:xfrm>
          <a:off x="1552851" y="2931964"/>
          <a:ext cx="2931402" cy="1758841"/>
        </a:xfrm>
        <a:prstGeom prst="roundRect">
          <a:avLst>
            <a:gd name="adj" fmla="val 10000"/>
          </a:avLst>
        </a:prstGeom>
        <a:solidFill>
          <a:schemeClr val="accent3">
            <a:shade val="50000"/>
            <a:hueOff val="0"/>
            <a:satOff val="0"/>
            <a:lumOff val="2877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300" b="0" i="0" kern="1200" dirty="0"/>
            <a:t>2000s – Integration and Speed:</a:t>
          </a:r>
        </a:p>
        <a:p>
          <a:pPr marL="0" lvl="0" indent="0" algn="ctr" defTabSz="577850">
            <a:lnSpc>
              <a:spcPct val="90000"/>
            </a:lnSpc>
            <a:spcBef>
              <a:spcPct val="0"/>
            </a:spcBef>
            <a:spcAft>
              <a:spcPct val="35000"/>
            </a:spcAft>
            <a:buFont typeface="Arial" panose="020B0604020202020204" pitchFamily="34" charset="0"/>
            <a:buNone/>
          </a:pPr>
          <a:r>
            <a:rPr lang="en-US" sz="1300" b="0" i="0" kern="1200" dirty="0"/>
            <a:t>Motherboards began integrating more features directly onto the board — such as sound, video, and networking — reducing the need for separate expansion cards.</a:t>
          </a:r>
          <a:endParaRPr lang="en-US" sz="1300" kern="1200" dirty="0"/>
        </a:p>
      </dsp:txBody>
      <dsp:txXfrm>
        <a:off x="1604366" y="2983479"/>
        <a:ext cx="2828372" cy="1655811"/>
      </dsp:txXfrm>
    </dsp:sp>
    <dsp:sp modelId="{32858B9D-3134-4DCA-B9A8-625F7C393A5E}">
      <dsp:nvSpPr>
        <dsp:cNvPr id="0" name=""/>
        <dsp:cNvSpPr/>
      </dsp:nvSpPr>
      <dsp:spPr>
        <a:xfrm rot="5400000">
          <a:off x="2707823" y="4896004"/>
          <a:ext cx="621457" cy="726987"/>
        </a:xfrm>
        <a:prstGeom prst="rightArrow">
          <a:avLst>
            <a:gd name="adj1" fmla="val 60000"/>
            <a:gd name="adj2" fmla="val 50000"/>
          </a:avLst>
        </a:prstGeom>
        <a:solidFill>
          <a:schemeClr val="accent3">
            <a:shade val="90000"/>
            <a:hueOff val="0"/>
            <a:satOff val="0"/>
            <a:lumOff val="11547"/>
            <a:alphaOff val="0"/>
          </a:schemeClr>
        </a:solidFill>
        <a:ln w="6350" cap="flat" cmpd="sng" algn="ctr">
          <a:solidFill>
            <a:schemeClr val="accent3">
              <a:shade val="90000"/>
              <a:hueOff val="0"/>
              <a:satOff val="0"/>
              <a:lumOff val="11547"/>
              <a:alphaOff val="0"/>
            </a:schemeClr>
          </a:solidFill>
          <a:prstDash val="solid"/>
          <a:miter lim="800000"/>
        </a:ln>
        <a:effectLst/>
        <a:sp3d z="-25400" prstMaterial="plastic">
          <a:bevelT w="25400" h="25400"/>
          <a:bevelB w="25400" h="25400"/>
        </a:sp3d>
      </dsp:spPr>
      <dsp:style>
        <a:lnRef idx="1">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800456" y="4948769"/>
        <a:ext cx="436193" cy="435020"/>
      </dsp:txXfrm>
    </dsp:sp>
    <dsp:sp modelId="{69E36CC4-E9AE-4EBF-B0EA-9A773715931A}">
      <dsp:nvSpPr>
        <dsp:cNvPr id="0" name=""/>
        <dsp:cNvSpPr/>
      </dsp:nvSpPr>
      <dsp:spPr>
        <a:xfrm>
          <a:off x="1552851" y="5863367"/>
          <a:ext cx="2931402" cy="1758841"/>
        </a:xfrm>
        <a:prstGeom prst="roundRect">
          <a:avLst>
            <a:gd name="adj" fmla="val 10000"/>
          </a:avLst>
        </a:prstGeom>
        <a:solidFill>
          <a:schemeClr val="accent3">
            <a:shade val="50000"/>
            <a:hueOff val="0"/>
            <a:satOff val="0"/>
            <a:lumOff val="14385"/>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300" b="0" i="0" kern="1200" dirty="0"/>
            <a:t>2010s–Present – Modern Era:</a:t>
          </a:r>
        </a:p>
        <a:p>
          <a:pPr marL="0" lvl="0" indent="0" algn="ctr" defTabSz="577850">
            <a:lnSpc>
              <a:spcPct val="90000"/>
            </a:lnSpc>
            <a:spcBef>
              <a:spcPct val="0"/>
            </a:spcBef>
            <a:spcAft>
              <a:spcPct val="35000"/>
            </a:spcAft>
            <a:buFont typeface="Arial" panose="020B0604020202020204" pitchFamily="34" charset="0"/>
            <a:buNone/>
          </a:pPr>
          <a:r>
            <a:rPr lang="en-US" sz="1300" b="0" i="0" kern="1200" dirty="0"/>
            <a:t>Modern motherboards support high-speed processors, DDR4/DDR5 RAM, M.2 SSDs, USB-C, and Wi-Fi 6, along with advanced RGB lighting and AI-based tuning for gaming and performance optimization.</a:t>
          </a:r>
          <a:endParaRPr lang="en-US" sz="1300" kern="1200" dirty="0"/>
        </a:p>
      </dsp:txBody>
      <dsp:txXfrm>
        <a:off x="1604366" y="5914882"/>
        <a:ext cx="2828372" cy="16558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0713C0-15B2-4100-987D-8632146214F3}">
      <dsp:nvSpPr>
        <dsp:cNvPr id="0" name=""/>
        <dsp:cNvSpPr/>
      </dsp:nvSpPr>
      <dsp:spPr>
        <a:xfrm>
          <a:off x="0" y="39687"/>
          <a:ext cx="3286125" cy="1971675"/>
        </a:xfrm>
        <a:prstGeom prst="rect">
          <a:avLst/>
        </a:prstGeom>
        <a:solidFill>
          <a:schemeClr val="accent3">
            <a:shade val="50000"/>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Arial Black" panose="020B0A04020102020204" pitchFamily="34" charset="0"/>
            </a:rPr>
            <a:t>CPU </a:t>
          </a:r>
          <a:r>
            <a:rPr lang="en-US" sz="3100" kern="1200" dirty="0">
              <a:latin typeface="Komika axis"/>
            </a:rPr>
            <a:t>SOCKET</a:t>
          </a:r>
        </a:p>
      </dsp:txBody>
      <dsp:txXfrm>
        <a:off x="0" y="39687"/>
        <a:ext cx="3286125" cy="1971675"/>
      </dsp:txXfrm>
    </dsp:sp>
    <dsp:sp modelId="{E4B75D49-EAD0-4B9D-BE72-8B31EEC977D6}">
      <dsp:nvSpPr>
        <dsp:cNvPr id="0" name=""/>
        <dsp:cNvSpPr/>
      </dsp:nvSpPr>
      <dsp:spPr>
        <a:xfrm>
          <a:off x="3614737" y="39687"/>
          <a:ext cx="3286125" cy="1971675"/>
        </a:xfrm>
        <a:prstGeom prst="rect">
          <a:avLst/>
        </a:prstGeom>
        <a:solidFill>
          <a:schemeClr val="accent3">
            <a:shade val="50000"/>
            <a:hueOff val="0"/>
            <a:satOff val="0"/>
            <a:lumOff val="14385"/>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Arial Black" panose="020B0A04020102020204" pitchFamily="34" charset="0"/>
            </a:rPr>
            <a:t>RAM SLOT</a:t>
          </a:r>
        </a:p>
      </dsp:txBody>
      <dsp:txXfrm>
        <a:off x="3614737" y="39687"/>
        <a:ext cx="3286125" cy="1971675"/>
      </dsp:txXfrm>
    </dsp:sp>
    <dsp:sp modelId="{47CA5131-9FFD-446E-B7B1-31B3D52A3795}">
      <dsp:nvSpPr>
        <dsp:cNvPr id="0" name=""/>
        <dsp:cNvSpPr/>
      </dsp:nvSpPr>
      <dsp:spPr>
        <a:xfrm>
          <a:off x="7229475" y="39687"/>
          <a:ext cx="3286125" cy="1971675"/>
        </a:xfrm>
        <a:prstGeom prst="rect">
          <a:avLst/>
        </a:prstGeom>
        <a:solidFill>
          <a:schemeClr val="accent3">
            <a:shade val="50000"/>
            <a:hueOff val="0"/>
            <a:satOff val="0"/>
            <a:lumOff val="2877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Arial Black" panose="020B0A04020102020204" pitchFamily="34" charset="0"/>
            </a:rPr>
            <a:t>EXPANSION SLOT</a:t>
          </a:r>
        </a:p>
      </dsp:txBody>
      <dsp:txXfrm>
        <a:off x="7229475" y="39687"/>
        <a:ext cx="3286125" cy="1971675"/>
      </dsp:txXfrm>
    </dsp:sp>
    <dsp:sp modelId="{F15F5A5A-85A2-49F8-9E6B-DCC3FE1D65A4}">
      <dsp:nvSpPr>
        <dsp:cNvPr id="0" name=""/>
        <dsp:cNvSpPr/>
      </dsp:nvSpPr>
      <dsp:spPr>
        <a:xfrm>
          <a:off x="1807368" y="2339975"/>
          <a:ext cx="3286125" cy="1971675"/>
        </a:xfrm>
        <a:prstGeom prst="rect">
          <a:avLst/>
        </a:prstGeom>
        <a:solidFill>
          <a:schemeClr val="accent3">
            <a:shade val="50000"/>
            <a:hueOff val="0"/>
            <a:satOff val="0"/>
            <a:lumOff val="2877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Arial Black" panose="020B0A04020102020204" pitchFamily="34" charset="0"/>
            </a:rPr>
            <a:t>STORAGE CONNECTION</a:t>
          </a:r>
        </a:p>
      </dsp:txBody>
      <dsp:txXfrm>
        <a:off x="1807368" y="2339975"/>
        <a:ext cx="3286125" cy="1971675"/>
      </dsp:txXfrm>
    </dsp:sp>
    <dsp:sp modelId="{8678AC32-0615-41BD-97A5-FE69AFB840A8}">
      <dsp:nvSpPr>
        <dsp:cNvPr id="0" name=""/>
        <dsp:cNvSpPr/>
      </dsp:nvSpPr>
      <dsp:spPr>
        <a:xfrm>
          <a:off x="5422106" y="2339975"/>
          <a:ext cx="3286125" cy="1971675"/>
        </a:xfrm>
        <a:prstGeom prst="rect">
          <a:avLst/>
        </a:prstGeom>
        <a:solidFill>
          <a:schemeClr val="accent3">
            <a:shade val="50000"/>
            <a:hueOff val="0"/>
            <a:satOff val="0"/>
            <a:lumOff val="14385"/>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latin typeface="Arial Black" panose="020B0A04020102020204" pitchFamily="34" charset="0"/>
            </a:rPr>
            <a:t>POWER CONNECTOR</a:t>
          </a:r>
        </a:p>
      </dsp:txBody>
      <dsp:txXfrm>
        <a:off x="5422106" y="2339975"/>
        <a:ext cx="3286125" cy="1971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161D5D-0C54-4CE3-992E-2FDFE877D8DA}">
      <dsp:nvSpPr>
        <dsp:cNvPr id="0" name=""/>
        <dsp:cNvSpPr/>
      </dsp:nvSpPr>
      <dsp:spPr>
        <a:xfrm>
          <a:off x="0" y="13693"/>
          <a:ext cx="6330606" cy="1271205"/>
        </a:xfrm>
        <a:prstGeom prst="roundRect">
          <a:avLst/>
        </a:prstGeom>
        <a:solidFill>
          <a:schemeClr val="accent3">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l" defTabSz="2355850">
            <a:lnSpc>
              <a:spcPct val="90000"/>
            </a:lnSpc>
            <a:spcBef>
              <a:spcPct val="0"/>
            </a:spcBef>
            <a:spcAft>
              <a:spcPct val="35000"/>
            </a:spcAft>
            <a:buNone/>
          </a:pPr>
          <a:r>
            <a:rPr lang="en-US" sz="5300" kern="1200" dirty="0"/>
            <a:t>Intel Motherboard</a:t>
          </a:r>
        </a:p>
      </dsp:txBody>
      <dsp:txXfrm>
        <a:off x="62055" y="75748"/>
        <a:ext cx="6206496" cy="1147095"/>
      </dsp:txXfrm>
    </dsp:sp>
    <dsp:sp modelId="{087F228F-B9B7-4E38-9955-DF944FE4E351}">
      <dsp:nvSpPr>
        <dsp:cNvPr id="0" name=""/>
        <dsp:cNvSpPr/>
      </dsp:nvSpPr>
      <dsp:spPr>
        <a:xfrm>
          <a:off x="0" y="1284898"/>
          <a:ext cx="6330606" cy="1124527"/>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00997" tIns="40640" rIns="227584" bIns="40640" numCol="1" spcCol="1270" anchor="t" anchorCtr="0">
          <a:noAutofit/>
        </a:bodyPr>
        <a:lstStyle/>
        <a:p>
          <a:pPr marL="285750" lvl="1" indent="-285750" algn="l" defTabSz="1422400">
            <a:lnSpc>
              <a:spcPct val="90000"/>
            </a:lnSpc>
            <a:spcBef>
              <a:spcPct val="0"/>
            </a:spcBef>
            <a:spcAft>
              <a:spcPct val="20000"/>
            </a:spcAft>
            <a:buChar char="•"/>
          </a:pPr>
          <a:r>
            <a:rPr lang="en-US" sz="3200" kern="1200" dirty="0">
              <a:latin typeface="Arial Black" panose="020B0A04020102020204" pitchFamily="34" charset="0"/>
            </a:rPr>
            <a:t>LGA socket types ( LGA 1700 , LGA 1200, ETC</a:t>
          </a:r>
        </a:p>
      </dsp:txBody>
      <dsp:txXfrm>
        <a:off x="0" y="1284898"/>
        <a:ext cx="6330606" cy="1124527"/>
      </dsp:txXfrm>
    </dsp:sp>
    <dsp:sp modelId="{572E3DC4-C946-452D-808C-9A7AB7A19A78}">
      <dsp:nvSpPr>
        <dsp:cNvPr id="0" name=""/>
        <dsp:cNvSpPr/>
      </dsp:nvSpPr>
      <dsp:spPr>
        <a:xfrm>
          <a:off x="0" y="2409425"/>
          <a:ext cx="6330606" cy="1271205"/>
        </a:xfrm>
        <a:prstGeom prst="roundRect">
          <a:avLst/>
        </a:prstGeom>
        <a:solidFill>
          <a:schemeClr val="accent3">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l" defTabSz="2355850">
            <a:lnSpc>
              <a:spcPct val="90000"/>
            </a:lnSpc>
            <a:spcBef>
              <a:spcPct val="0"/>
            </a:spcBef>
            <a:spcAft>
              <a:spcPct val="35000"/>
            </a:spcAft>
            <a:buNone/>
          </a:pPr>
          <a:r>
            <a:rPr lang="en-US" sz="5300" kern="1200" dirty="0"/>
            <a:t>AMD Motherboard</a:t>
          </a:r>
        </a:p>
      </dsp:txBody>
      <dsp:txXfrm>
        <a:off x="62055" y="2471480"/>
        <a:ext cx="6206496" cy="1147095"/>
      </dsp:txXfrm>
    </dsp:sp>
    <dsp:sp modelId="{92709125-5423-4E37-86C3-23FAFB247CA4}">
      <dsp:nvSpPr>
        <dsp:cNvPr id="0" name=""/>
        <dsp:cNvSpPr/>
      </dsp:nvSpPr>
      <dsp:spPr>
        <a:xfrm>
          <a:off x="0" y="3680630"/>
          <a:ext cx="6330606" cy="877680"/>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00997" tIns="40640" rIns="227584" bIns="40640" numCol="1" spcCol="1270" anchor="t" anchorCtr="0">
          <a:noAutofit/>
        </a:bodyPr>
        <a:lstStyle/>
        <a:p>
          <a:pPr marL="285750" lvl="1" indent="-285750" algn="l" defTabSz="1422400">
            <a:lnSpc>
              <a:spcPct val="90000"/>
            </a:lnSpc>
            <a:spcBef>
              <a:spcPct val="0"/>
            </a:spcBef>
            <a:spcAft>
              <a:spcPct val="20000"/>
            </a:spcAft>
            <a:buChar char="•"/>
          </a:pPr>
          <a:r>
            <a:rPr lang="en-US" sz="3200" kern="1200" dirty="0">
              <a:latin typeface="Arial Black" panose="020B0A04020102020204" pitchFamily="34" charset="0"/>
            </a:rPr>
            <a:t>AM4 , AM5 ETC</a:t>
          </a:r>
        </a:p>
      </dsp:txBody>
      <dsp:txXfrm>
        <a:off x="0" y="3680630"/>
        <a:ext cx="6330606" cy="877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A45825-B531-41A1-A95A-69D83D2248B6}">
      <dsp:nvSpPr>
        <dsp:cNvPr id="0" name=""/>
        <dsp:cNvSpPr/>
      </dsp:nvSpPr>
      <dsp:spPr>
        <a:xfrm rot="5400000">
          <a:off x="1167608" y="1076269"/>
          <a:ext cx="1685922" cy="203168"/>
        </a:xfrm>
        <a:prstGeom prst="rect">
          <a:avLst/>
        </a:prstGeom>
        <a:solidFill>
          <a:schemeClr val="accent3">
            <a:shade val="90000"/>
            <a:hueOff val="0"/>
            <a:satOff val="0"/>
            <a:lumOff val="0"/>
            <a:alphaOff val="0"/>
          </a:schemeClr>
        </a:solidFill>
        <a:ln w="6350" cap="flat" cmpd="sng" algn="ctr">
          <a:solidFill>
            <a:schemeClr val="accent3">
              <a:shade val="90000"/>
              <a:hueOff val="0"/>
              <a:satOff val="0"/>
              <a:lumOff val="0"/>
              <a:alphaOff val="0"/>
            </a:schemeClr>
          </a:solidFill>
          <a:prstDash val="solid"/>
          <a:miter lim="800000"/>
        </a:ln>
        <a:effectLst/>
        <a:sp3d z="-54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 modelId="{B997776C-C430-453A-9B38-7A59254126D5}">
      <dsp:nvSpPr>
        <dsp:cNvPr id="0" name=""/>
        <dsp:cNvSpPr/>
      </dsp:nvSpPr>
      <dsp:spPr>
        <a:xfrm>
          <a:off x="1555512" y="419"/>
          <a:ext cx="2257423" cy="1354454"/>
        </a:xfrm>
        <a:prstGeom prst="roundRect">
          <a:avLst>
            <a:gd name="adj" fmla="val 10000"/>
          </a:avLst>
        </a:prstGeom>
        <a:solidFill>
          <a:schemeClr val="accent3">
            <a:shade val="80000"/>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Power Supply</a:t>
          </a:r>
        </a:p>
      </dsp:txBody>
      <dsp:txXfrm>
        <a:off x="1595183" y="40090"/>
        <a:ext cx="2178081" cy="1275112"/>
      </dsp:txXfrm>
    </dsp:sp>
    <dsp:sp modelId="{754E9386-EA38-4DE8-9DA8-2D78B53319D6}">
      <dsp:nvSpPr>
        <dsp:cNvPr id="0" name=""/>
        <dsp:cNvSpPr/>
      </dsp:nvSpPr>
      <dsp:spPr>
        <a:xfrm rot="5400000">
          <a:off x="1167608" y="2769336"/>
          <a:ext cx="1685922" cy="203168"/>
        </a:xfrm>
        <a:prstGeom prst="rect">
          <a:avLst/>
        </a:prstGeom>
        <a:solidFill>
          <a:schemeClr val="accent3">
            <a:shade val="90000"/>
            <a:hueOff val="0"/>
            <a:satOff val="0"/>
            <a:lumOff val="3175"/>
            <a:alphaOff val="0"/>
          </a:schemeClr>
        </a:solidFill>
        <a:ln w="6350" cap="flat" cmpd="sng" algn="ctr">
          <a:solidFill>
            <a:schemeClr val="accent3">
              <a:shade val="90000"/>
              <a:hueOff val="0"/>
              <a:satOff val="0"/>
              <a:lumOff val="3175"/>
              <a:alphaOff val="0"/>
            </a:schemeClr>
          </a:solidFill>
          <a:prstDash val="solid"/>
          <a:miter lim="800000"/>
        </a:ln>
        <a:effectLst/>
        <a:sp3d z="-54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 modelId="{B89BE337-C19A-41EC-9DDC-1BCDAE435AC3}">
      <dsp:nvSpPr>
        <dsp:cNvPr id="0" name=""/>
        <dsp:cNvSpPr/>
      </dsp:nvSpPr>
      <dsp:spPr>
        <a:xfrm>
          <a:off x="1555512" y="1693487"/>
          <a:ext cx="2257423" cy="1354454"/>
        </a:xfrm>
        <a:prstGeom prst="roundRect">
          <a:avLst>
            <a:gd name="adj" fmla="val 10000"/>
          </a:avLst>
        </a:prstGeom>
        <a:solidFill>
          <a:schemeClr val="accent3">
            <a:shade val="80000"/>
            <a:hueOff val="0"/>
            <a:satOff val="0"/>
            <a:lumOff val="3182"/>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BIOS/UEFI</a:t>
          </a:r>
        </a:p>
      </dsp:txBody>
      <dsp:txXfrm>
        <a:off x="1595183" y="1733158"/>
        <a:ext cx="2178081" cy="1275112"/>
      </dsp:txXfrm>
    </dsp:sp>
    <dsp:sp modelId="{C114FD54-9548-4581-9402-EDC9B0BC9B6B}">
      <dsp:nvSpPr>
        <dsp:cNvPr id="0" name=""/>
        <dsp:cNvSpPr/>
      </dsp:nvSpPr>
      <dsp:spPr>
        <a:xfrm>
          <a:off x="2014142" y="3615870"/>
          <a:ext cx="2995228" cy="203168"/>
        </a:xfrm>
        <a:prstGeom prst="rect">
          <a:avLst/>
        </a:prstGeom>
        <a:solidFill>
          <a:schemeClr val="accent3">
            <a:shade val="90000"/>
            <a:hueOff val="0"/>
            <a:satOff val="0"/>
            <a:lumOff val="6350"/>
            <a:alphaOff val="0"/>
          </a:schemeClr>
        </a:solidFill>
        <a:ln w="6350" cap="flat" cmpd="sng" algn="ctr">
          <a:solidFill>
            <a:schemeClr val="accent3">
              <a:shade val="90000"/>
              <a:hueOff val="0"/>
              <a:satOff val="0"/>
              <a:lumOff val="6350"/>
              <a:alphaOff val="0"/>
            </a:schemeClr>
          </a:solidFill>
          <a:prstDash val="solid"/>
          <a:miter lim="800000"/>
        </a:ln>
        <a:effectLst/>
        <a:sp3d z="-54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 modelId="{E0356337-F389-4C5D-A009-5B5D36FFE8E2}">
      <dsp:nvSpPr>
        <dsp:cNvPr id="0" name=""/>
        <dsp:cNvSpPr/>
      </dsp:nvSpPr>
      <dsp:spPr>
        <a:xfrm>
          <a:off x="1555512" y="3386555"/>
          <a:ext cx="2257423" cy="1354454"/>
        </a:xfrm>
        <a:prstGeom prst="roundRect">
          <a:avLst>
            <a:gd name="adj" fmla="val 10000"/>
          </a:avLst>
        </a:prstGeom>
        <a:solidFill>
          <a:schemeClr val="accent3">
            <a:shade val="80000"/>
            <a:hueOff val="0"/>
            <a:satOff val="0"/>
            <a:lumOff val="6364"/>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Chipset Control</a:t>
          </a:r>
        </a:p>
      </dsp:txBody>
      <dsp:txXfrm>
        <a:off x="1595183" y="3426226"/>
        <a:ext cx="2178081" cy="1275112"/>
      </dsp:txXfrm>
    </dsp:sp>
    <dsp:sp modelId="{1ADAFA70-0746-4C9A-B7AF-EDA00CFB988C}">
      <dsp:nvSpPr>
        <dsp:cNvPr id="0" name=""/>
        <dsp:cNvSpPr/>
      </dsp:nvSpPr>
      <dsp:spPr>
        <a:xfrm rot="16200000">
          <a:off x="4169982" y="2769336"/>
          <a:ext cx="1685922" cy="203168"/>
        </a:xfrm>
        <a:prstGeom prst="rect">
          <a:avLst/>
        </a:prstGeom>
        <a:solidFill>
          <a:schemeClr val="accent3">
            <a:shade val="90000"/>
            <a:hueOff val="0"/>
            <a:satOff val="0"/>
            <a:lumOff val="9525"/>
            <a:alphaOff val="0"/>
          </a:schemeClr>
        </a:solidFill>
        <a:ln w="6350" cap="flat" cmpd="sng" algn="ctr">
          <a:solidFill>
            <a:schemeClr val="accent3">
              <a:shade val="90000"/>
              <a:hueOff val="0"/>
              <a:satOff val="0"/>
              <a:lumOff val="9525"/>
              <a:alphaOff val="0"/>
            </a:schemeClr>
          </a:solidFill>
          <a:prstDash val="solid"/>
          <a:miter lim="800000"/>
        </a:ln>
        <a:effectLst/>
        <a:sp3d z="-54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 modelId="{1A35767D-0D6E-47FC-8F92-7A6C5225DD72}">
      <dsp:nvSpPr>
        <dsp:cNvPr id="0" name=""/>
        <dsp:cNvSpPr/>
      </dsp:nvSpPr>
      <dsp:spPr>
        <a:xfrm>
          <a:off x="4557886" y="3386555"/>
          <a:ext cx="2257423" cy="1354454"/>
        </a:xfrm>
        <a:prstGeom prst="roundRect">
          <a:avLst>
            <a:gd name="adj" fmla="val 10000"/>
          </a:avLst>
        </a:prstGeom>
        <a:solidFill>
          <a:schemeClr val="accent3">
            <a:shade val="80000"/>
            <a:hueOff val="0"/>
            <a:satOff val="0"/>
            <a:lumOff val="9546"/>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CPU Processing</a:t>
          </a:r>
        </a:p>
      </dsp:txBody>
      <dsp:txXfrm>
        <a:off x="4597557" y="3426226"/>
        <a:ext cx="2178081" cy="1275112"/>
      </dsp:txXfrm>
    </dsp:sp>
    <dsp:sp modelId="{E71A6368-21FD-45E1-95A1-2326535C5B2B}">
      <dsp:nvSpPr>
        <dsp:cNvPr id="0" name=""/>
        <dsp:cNvSpPr/>
      </dsp:nvSpPr>
      <dsp:spPr>
        <a:xfrm rot="16200000">
          <a:off x="4169982" y="1076269"/>
          <a:ext cx="1685922" cy="203168"/>
        </a:xfrm>
        <a:prstGeom prst="rect">
          <a:avLst/>
        </a:prstGeom>
        <a:solidFill>
          <a:schemeClr val="accent3">
            <a:shade val="90000"/>
            <a:hueOff val="0"/>
            <a:satOff val="0"/>
            <a:lumOff val="12700"/>
            <a:alphaOff val="0"/>
          </a:schemeClr>
        </a:solidFill>
        <a:ln w="6350" cap="flat" cmpd="sng" algn="ctr">
          <a:solidFill>
            <a:schemeClr val="accent3">
              <a:shade val="90000"/>
              <a:hueOff val="0"/>
              <a:satOff val="0"/>
              <a:lumOff val="12700"/>
              <a:alphaOff val="0"/>
            </a:schemeClr>
          </a:solidFill>
          <a:prstDash val="solid"/>
          <a:miter lim="800000"/>
        </a:ln>
        <a:effectLst/>
        <a:sp3d z="-54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 modelId="{6301FCFD-B5DF-42EE-952C-C616C3AF4D98}">
      <dsp:nvSpPr>
        <dsp:cNvPr id="0" name=""/>
        <dsp:cNvSpPr/>
      </dsp:nvSpPr>
      <dsp:spPr>
        <a:xfrm>
          <a:off x="4557886" y="1693487"/>
          <a:ext cx="2257423" cy="1354454"/>
        </a:xfrm>
        <a:prstGeom prst="roundRect">
          <a:avLst>
            <a:gd name="adj" fmla="val 10000"/>
          </a:avLst>
        </a:prstGeom>
        <a:solidFill>
          <a:schemeClr val="accent3">
            <a:shade val="80000"/>
            <a:hueOff val="0"/>
            <a:satOff val="0"/>
            <a:lumOff val="12728"/>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Memory RAM</a:t>
          </a:r>
        </a:p>
      </dsp:txBody>
      <dsp:txXfrm>
        <a:off x="4597557" y="1733158"/>
        <a:ext cx="2178081" cy="1275112"/>
      </dsp:txXfrm>
    </dsp:sp>
    <dsp:sp modelId="{F2451F1F-A545-4E59-9F14-0992DE7B1F0B}">
      <dsp:nvSpPr>
        <dsp:cNvPr id="0" name=""/>
        <dsp:cNvSpPr/>
      </dsp:nvSpPr>
      <dsp:spPr>
        <a:xfrm>
          <a:off x="5016516" y="229735"/>
          <a:ext cx="2995228" cy="203168"/>
        </a:xfrm>
        <a:prstGeom prst="rect">
          <a:avLst/>
        </a:prstGeom>
        <a:solidFill>
          <a:schemeClr val="accent3">
            <a:shade val="90000"/>
            <a:hueOff val="0"/>
            <a:satOff val="0"/>
            <a:lumOff val="15875"/>
            <a:alphaOff val="0"/>
          </a:schemeClr>
        </a:solidFill>
        <a:ln w="6350" cap="flat" cmpd="sng" algn="ctr">
          <a:solidFill>
            <a:schemeClr val="accent3">
              <a:shade val="90000"/>
              <a:hueOff val="0"/>
              <a:satOff val="0"/>
              <a:lumOff val="15875"/>
              <a:alphaOff val="0"/>
            </a:schemeClr>
          </a:solidFill>
          <a:prstDash val="solid"/>
          <a:miter lim="800000"/>
        </a:ln>
        <a:effectLst/>
        <a:sp3d z="-54080" prstMaterial="plastic">
          <a:bevelT w="25400" h="25400"/>
          <a:bevelB w="25400" h="25400"/>
        </a:sp3d>
      </dsp:spPr>
      <dsp:style>
        <a:lnRef idx="1">
          <a:scrgbClr r="0" g="0" b="0"/>
        </a:lnRef>
        <a:fillRef idx="1">
          <a:scrgbClr r="0" g="0" b="0"/>
        </a:fillRef>
        <a:effectRef idx="2">
          <a:scrgbClr r="0" g="0" b="0"/>
        </a:effectRef>
        <a:fontRef idx="minor">
          <a:schemeClr val="lt1"/>
        </a:fontRef>
      </dsp:style>
    </dsp:sp>
    <dsp:sp modelId="{2B2BE9F2-B00E-4B94-86CE-2DBB368B7A49}">
      <dsp:nvSpPr>
        <dsp:cNvPr id="0" name=""/>
        <dsp:cNvSpPr/>
      </dsp:nvSpPr>
      <dsp:spPr>
        <a:xfrm>
          <a:off x="4557886" y="419"/>
          <a:ext cx="2257423" cy="1354454"/>
        </a:xfrm>
        <a:prstGeom prst="roundRect">
          <a:avLst>
            <a:gd name="adj" fmla="val 10000"/>
          </a:avLst>
        </a:prstGeom>
        <a:solidFill>
          <a:schemeClr val="accent3">
            <a:shade val="80000"/>
            <a:hueOff val="0"/>
            <a:satOff val="0"/>
            <a:lumOff val="1591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Storage Device</a:t>
          </a:r>
        </a:p>
      </dsp:txBody>
      <dsp:txXfrm>
        <a:off x="4597557" y="40090"/>
        <a:ext cx="2178081" cy="1275112"/>
      </dsp:txXfrm>
    </dsp:sp>
    <dsp:sp modelId="{F4A9B6F0-7CC6-44B9-8029-FEE543BDA52A}">
      <dsp:nvSpPr>
        <dsp:cNvPr id="0" name=""/>
        <dsp:cNvSpPr/>
      </dsp:nvSpPr>
      <dsp:spPr>
        <a:xfrm>
          <a:off x="7560259" y="419"/>
          <a:ext cx="2257423" cy="1354454"/>
        </a:xfrm>
        <a:prstGeom prst="roundRect">
          <a:avLst>
            <a:gd name="adj" fmla="val 10000"/>
          </a:avLst>
        </a:prstGeom>
        <a:solidFill>
          <a:schemeClr val="accent3">
            <a:shade val="80000"/>
            <a:hueOff val="0"/>
            <a:satOff val="0"/>
            <a:lumOff val="19092"/>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Output Display</a:t>
          </a:r>
        </a:p>
      </dsp:txBody>
      <dsp:txXfrm>
        <a:off x="7599930" y="40090"/>
        <a:ext cx="2178081" cy="1275112"/>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E68AF-5764-4CC8-873D-606A5042BB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B38BAD-0C7A-4BB5-8B1A-62A4103D6B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7B356E-461D-4C07-A6FC-57BD45AB4117}"/>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5" name="Footer Placeholder 4">
            <a:extLst>
              <a:ext uri="{FF2B5EF4-FFF2-40B4-BE49-F238E27FC236}">
                <a16:creationId xmlns:a16="http://schemas.microsoft.com/office/drawing/2014/main" id="{8FF0E171-8DCB-4F9D-88E3-65B780E66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0507C7-EBFD-4224-A7DB-835D8EDE623A}"/>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1960803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4872C-0E81-4D20-87AA-31137D9129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6FED79-810C-4CB0-BBF1-63FCC3F406B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1446E8-76AC-4634-A550-23E07B0348CF}"/>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5" name="Footer Placeholder 4">
            <a:extLst>
              <a:ext uri="{FF2B5EF4-FFF2-40B4-BE49-F238E27FC236}">
                <a16:creationId xmlns:a16="http://schemas.microsoft.com/office/drawing/2014/main" id="{A72A161F-E9D1-406D-8F5E-CA9221DB2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FF3BDA-3A4F-4EF8-A356-46488C019205}"/>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805081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916C-2B71-4D0A-A1AD-AAEE791751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B634DF-C42A-4398-919B-A815FA0CD1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0706CE3-776E-4548-883A-2CC1F672087C}"/>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5" name="Footer Placeholder 4">
            <a:extLst>
              <a:ext uri="{FF2B5EF4-FFF2-40B4-BE49-F238E27FC236}">
                <a16:creationId xmlns:a16="http://schemas.microsoft.com/office/drawing/2014/main" id="{832EAEE3-B5EF-4E22-94BC-C7013FA74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B369B9-8A6B-4671-9658-AA5930D0D052}"/>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3705166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A21A5-C6CA-4D8A-AE3B-34DF36DF6B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921F22-319E-48B0-9E11-A919320B1D6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1D4DE7-7692-4E9E-AC54-517960D84E9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884D21-303D-45E9-8102-616931D260A7}"/>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6" name="Footer Placeholder 5">
            <a:extLst>
              <a:ext uri="{FF2B5EF4-FFF2-40B4-BE49-F238E27FC236}">
                <a16:creationId xmlns:a16="http://schemas.microsoft.com/office/drawing/2014/main" id="{C9502261-FA4D-4B81-A270-C21DD2852C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022977-8BD4-41DF-BFEB-32294176E7A6}"/>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1000981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3659F-1DDD-4407-B399-4F5169318B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E7BFF7-81C4-458D-ABD7-6442568A65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00E46D2-C109-47DA-8E16-DFDDBF7EF59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73C443-5BB1-4ABA-B1C9-77702B976F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0BAE8E7-9613-43EB-A023-5E7CF23799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107CF4-1F4C-4C5A-A3F1-25D0A4892B0A}"/>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8" name="Footer Placeholder 7">
            <a:extLst>
              <a:ext uri="{FF2B5EF4-FFF2-40B4-BE49-F238E27FC236}">
                <a16:creationId xmlns:a16="http://schemas.microsoft.com/office/drawing/2014/main" id="{2C65B37A-C322-480F-998F-A566B5F073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43827D-E82A-4C7A-8F27-E6E6AF6FBF15}"/>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2938208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39656-A48F-4C5D-8A4F-44AE496EAD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0FC9D7-27BC-488B-8348-82739B53B266}"/>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4" name="Footer Placeholder 3">
            <a:extLst>
              <a:ext uri="{FF2B5EF4-FFF2-40B4-BE49-F238E27FC236}">
                <a16:creationId xmlns:a16="http://schemas.microsoft.com/office/drawing/2014/main" id="{CC324CB2-CE8F-43E4-8A0E-44E6EA611C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5CE9F2-FD70-4DF5-8C94-7D6A7CC1BFD3}"/>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1122176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C56424-913C-4F51-9035-B5A149CEA468}"/>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3" name="Footer Placeholder 2">
            <a:extLst>
              <a:ext uri="{FF2B5EF4-FFF2-40B4-BE49-F238E27FC236}">
                <a16:creationId xmlns:a16="http://schemas.microsoft.com/office/drawing/2014/main" id="{8ACB783F-6C31-4EE3-9E79-037E754587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BD4F9E-73AF-4C30-B3F8-B314821C2E2D}"/>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26175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C4DEC-F429-45A0-9F7E-3795729032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79F20C-C8AA-4380-A766-13B151D879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329D33-E2B7-49DD-ADF8-F5BB43748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E5947D0-9899-4FB1-A787-B2E096B38350}"/>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6" name="Footer Placeholder 5">
            <a:extLst>
              <a:ext uri="{FF2B5EF4-FFF2-40B4-BE49-F238E27FC236}">
                <a16:creationId xmlns:a16="http://schemas.microsoft.com/office/drawing/2014/main" id="{0A8C2603-3D56-4D1A-8294-7B4ECE57D9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D783F4-D472-4571-8F33-E96327CF0F21}"/>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2158325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D02B-9D0A-4B1B-B184-6BA42959B1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8DD2B6-0750-426A-B3B5-6B91C15FAC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094185-ECEB-4692-A20D-BC48696CC1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9505708-A9FB-443B-8F58-CDCDB906A865}"/>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6" name="Footer Placeholder 5">
            <a:extLst>
              <a:ext uri="{FF2B5EF4-FFF2-40B4-BE49-F238E27FC236}">
                <a16:creationId xmlns:a16="http://schemas.microsoft.com/office/drawing/2014/main" id="{AC2C7485-0007-4B45-AA73-5478AD74BA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024178-20C8-4E9D-B099-E14C2A1E4EAE}"/>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4175503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70735-7B56-4975-B821-E3F9B864A6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61D54F-2620-47BB-8954-33FB57394DE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B63066-57C7-423A-9089-0E235745E2C8}"/>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5" name="Footer Placeholder 4">
            <a:extLst>
              <a:ext uri="{FF2B5EF4-FFF2-40B4-BE49-F238E27FC236}">
                <a16:creationId xmlns:a16="http://schemas.microsoft.com/office/drawing/2014/main" id="{7BB01883-4753-4A2A-A84D-476AD601F0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9F099-B138-410F-95BB-77F1338C7E46}"/>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1549981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6009B9-D87F-44BA-AF40-92C81A57F4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ED2DA9-BA13-4A43-8AEA-ADB99A39B73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426A7-7ED7-4BFD-94E2-CA69EC5B454D}"/>
              </a:ext>
            </a:extLst>
          </p:cNvPr>
          <p:cNvSpPr>
            <a:spLocks noGrp="1"/>
          </p:cNvSpPr>
          <p:nvPr>
            <p:ph type="dt" sz="half" idx="10"/>
          </p:nvPr>
        </p:nvSpPr>
        <p:spPr/>
        <p:txBody>
          <a:bodyPr/>
          <a:lstStyle/>
          <a:p>
            <a:fld id="{2B8CD593-432B-4FDE-A39C-33C0158E8059}" type="datetimeFigureOut">
              <a:rPr lang="en-US" smtClean="0"/>
              <a:t>11/9/25</a:t>
            </a:fld>
            <a:endParaRPr lang="en-US"/>
          </a:p>
        </p:txBody>
      </p:sp>
      <p:sp>
        <p:nvSpPr>
          <p:cNvPr id="5" name="Footer Placeholder 4">
            <a:extLst>
              <a:ext uri="{FF2B5EF4-FFF2-40B4-BE49-F238E27FC236}">
                <a16:creationId xmlns:a16="http://schemas.microsoft.com/office/drawing/2014/main" id="{006CED60-DBC0-48B1-B114-4960B9BCA7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4B331F-E247-4BF4-B781-908210BAA185}"/>
              </a:ext>
            </a:extLst>
          </p:cNvPr>
          <p:cNvSpPr>
            <a:spLocks noGrp="1"/>
          </p:cNvSpPr>
          <p:nvPr>
            <p:ph type="sldNum" sz="quarter" idx="12"/>
          </p:nvPr>
        </p:nvSpPr>
        <p:spPr/>
        <p:txBody>
          <a:bodyPr/>
          <a:lstStyle/>
          <a:p>
            <a:fld id="{CAA49ED7-B3CF-41F7-897A-0D6599F30006}" type="slidenum">
              <a:rPr lang="en-US" smtClean="0"/>
              <a:t>‹#›</a:t>
            </a:fld>
            <a:endParaRPr lang="en-US"/>
          </a:p>
        </p:txBody>
      </p:sp>
    </p:spTree>
    <p:extLst>
      <p:ext uri="{BB962C8B-B14F-4D97-AF65-F5344CB8AC3E}">
        <p14:creationId xmlns:p14="http://schemas.microsoft.com/office/powerpoint/2010/main" val="3772083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AB256F-7297-4E59-914B-86FDD04075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CFE287-1BF4-4EC3-BEEE-31F97D297F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1B1463-CE57-4AAC-8C36-C25107EF7F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8CD593-432B-4FDE-A39C-33C0158E8059}" type="datetimeFigureOut">
              <a:rPr lang="en-US" smtClean="0"/>
              <a:t>11/9/25</a:t>
            </a:fld>
            <a:endParaRPr lang="en-US"/>
          </a:p>
        </p:txBody>
      </p:sp>
      <p:sp>
        <p:nvSpPr>
          <p:cNvPr id="5" name="Footer Placeholder 4">
            <a:extLst>
              <a:ext uri="{FF2B5EF4-FFF2-40B4-BE49-F238E27FC236}">
                <a16:creationId xmlns:a16="http://schemas.microsoft.com/office/drawing/2014/main" id="{A3D3CE96-212C-4C97-ADAA-2215C8623C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370BCF-9639-487C-9BBF-717D3DFD7E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A49ED7-B3CF-41F7-897A-0D6599F30006}" type="slidenum">
              <a:rPr lang="en-US" smtClean="0"/>
              <a:t>‹#›</a:t>
            </a:fld>
            <a:endParaRPr lang="en-US"/>
          </a:p>
        </p:txBody>
      </p:sp>
    </p:spTree>
    <p:extLst>
      <p:ext uri="{BB962C8B-B14F-4D97-AF65-F5344CB8AC3E}">
        <p14:creationId xmlns:p14="http://schemas.microsoft.com/office/powerpoint/2010/main" val="562237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4.jp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A9F56FB-36D4-4EFC-8EC4-322A6CF4ED13}"/>
              </a:ext>
            </a:extLst>
          </p:cNvPr>
          <p:cNvPicPr>
            <a:picLocks noChangeAspect="1"/>
          </p:cNvPicPr>
          <p:nvPr/>
        </p:nvPicPr>
        <p:blipFill rotWithShape="1">
          <a:blip r:embed="rId2">
            <a:extLst>
              <a:ext uri="{28A0092B-C50C-407E-A947-70E740481C1C}">
                <a14:useLocalDpi xmlns:a14="http://schemas.microsoft.com/office/drawing/2010/main" val="0"/>
              </a:ext>
            </a:extLst>
          </a:blip>
          <a:srcRect t="177" b="15449"/>
          <a:stretch/>
        </p:blipFill>
        <p:spPr>
          <a:xfrm>
            <a:off x="-66501" y="-115047"/>
            <a:ext cx="12401736" cy="6975976"/>
          </a:xfrm>
          <a:prstGeom prst="rect">
            <a:avLst/>
          </a:prstGeom>
        </p:spPr>
      </p:pic>
      <p:sp>
        <p:nvSpPr>
          <p:cNvPr id="28" name="Title 1">
            <a:extLst>
              <a:ext uri="{FF2B5EF4-FFF2-40B4-BE49-F238E27FC236}">
                <a16:creationId xmlns:a16="http://schemas.microsoft.com/office/drawing/2014/main" id="{A34BF1DF-E734-44AD-9756-8F4E6CFB6386}"/>
              </a:ext>
            </a:extLst>
          </p:cNvPr>
          <p:cNvSpPr txBox="1">
            <a:spLocks/>
          </p:cNvSpPr>
          <p:nvPr/>
        </p:nvSpPr>
        <p:spPr>
          <a:xfrm>
            <a:off x="410787" y="2105897"/>
            <a:ext cx="11119658" cy="109728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solidFill>
                  <a:schemeClr val="accent5">
                    <a:lumMod val="40000"/>
                    <a:lumOff val="60000"/>
                  </a:schemeClr>
                </a:solidFill>
                <a:latin typeface="Perpetua" panose="02020502060401020303" pitchFamily="18" charset="0"/>
              </a:rPr>
              <a:t>Introduction To Motherboard</a:t>
            </a:r>
          </a:p>
        </p:txBody>
      </p:sp>
      <p:sp>
        <p:nvSpPr>
          <p:cNvPr id="29" name="Subtitle 2">
            <a:extLst>
              <a:ext uri="{FF2B5EF4-FFF2-40B4-BE49-F238E27FC236}">
                <a16:creationId xmlns:a16="http://schemas.microsoft.com/office/drawing/2014/main" id="{A2D59573-06E2-46B6-8CD5-DD40B2FC6E17}"/>
              </a:ext>
            </a:extLst>
          </p:cNvPr>
          <p:cNvSpPr txBox="1">
            <a:spLocks/>
          </p:cNvSpPr>
          <p:nvPr/>
        </p:nvSpPr>
        <p:spPr>
          <a:xfrm>
            <a:off x="898467" y="3259340"/>
            <a:ext cx="9779923" cy="8201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800" dirty="0">
                <a:solidFill>
                  <a:schemeClr val="accent2">
                    <a:lumMod val="60000"/>
                    <a:lumOff val="40000"/>
                  </a:schemeClr>
                </a:solidFill>
                <a:latin typeface="Perpetua" panose="02020502060401020303" pitchFamily="18" charset="0"/>
              </a:rPr>
              <a:t>The Backbone Of Computer Hardware</a:t>
            </a:r>
          </a:p>
        </p:txBody>
      </p:sp>
    </p:spTree>
    <p:extLst>
      <p:ext uri="{BB962C8B-B14F-4D97-AF65-F5344CB8AC3E}">
        <p14:creationId xmlns:p14="http://schemas.microsoft.com/office/powerpoint/2010/main" val="341820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29">
                                            <p:txEl>
                                              <p:pRg st="0" end="0"/>
                                            </p:txEl>
                                          </p:spTgt>
                                        </p:tgtEl>
                                        <p:attrNameLst>
                                          <p:attrName>style.visibility</p:attrName>
                                        </p:attrNameLst>
                                      </p:cBhvr>
                                      <p:to>
                                        <p:strVal val="visible"/>
                                      </p:to>
                                    </p:set>
                                    <p:anim calcmode="lin" valueType="num">
                                      <p:cBhvr additive="base">
                                        <p:cTn id="14" dur="500"/>
                                        <p:tgtEl>
                                          <p:spTgt spid="29">
                                            <p:txEl>
                                              <p:pRg st="0" end="0"/>
                                            </p:txEl>
                                          </p:spTgt>
                                        </p:tgtEl>
                                        <p:attrNameLst>
                                          <p:attrName>ppt_y</p:attrName>
                                        </p:attrNameLst>
                                      </p:cBhvr>
                                      <p:tavLst>
                                        <p:tav tm="0">
                                          <p:val>
                                            <p:strVal val="#ppt_y+#ppt_h*1.125000"/>
                                          </p:val>
                                        </p:tav>
                                        <p:tav tm="100000">
                                          <p:val>
                                            <p:strVal val="#ppt_y"/>
                                          </p:val>
                                        </p:tav>
                                      </p:tavLst>
                                    </p:anim>
                                    <p:animEffect transition="in" filter="wipe(up)">
                                      <p:cBhvr>
                                        <p:cTn id="15"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6094A-8F3B-4463-9B5A-149E3159AC59}"/>
              </a:ext>
            </a:extLst>
          </p:cNvPr>
          <p:cNvSpPr>
            <a:spLocks noGrp="1"/>
          </p:cNvSpPr>
          <p:nvPr>
            <p:ph type="title"/>
          </p:nvPr>
        </p:nvSpPr>
        <p:spPr>
          <a:xfrm>
            <a:off x="166255" y="92739"/>
            <a:ext cx="6834448" cy="1325563"/>
          </a:xfrm>
        </p:spPr>
        <p:txBody>
          <a:bodyPr>
            <a:normAutofit/>
          </a:bodyPr>
          <a:lstStyle/>
          <a:p>
            <a:r>
              <a:rPr lang="en-US" dirty="0"/>
              <a:t>What is </a:t>
            </a:r>
            <a:r>
              <a:rPr lang="en-US" dirty="0">
                <a:latin typeface="Cooper Black" panose="0208090404030B020404" pitchFamily="18" charset="0"/>
              </a:rPr>
              <a:t>Motherboard</a:t>
            </a:r>
            <a:r>
              <a:rPr lang="en-US" dirty="0"/>
              <a:t>?</a:t>
            </a:r>
          </a:p>
        </p:txBody>
      </p:sp>
      <p:sp>
        <p:nvSpPr>
          <p:cNvPr id="3" name="Content Placeholder 2">
            <a:extLst>
              <a:ext uri="{FF2B5EF4-FFF2-40B4-BE49-F238E27FC236}">
                <a16:creationId xmlns:a16="http://schemas.microsoft.com/office/drawing/2014/main" id="{DD04C064-AB3F-4E93-BC0A-6C0E3A068977}"/>
              </a:ext>
            </a:extLst>
          </p:cNvPr>
          <p:cNvSpPr>
            <a:spLocks noGrp="1"/>
          </p:cNvSpPr>
          <p:nvPr>
            <p:ph idx="1"/>
          </p:nvPr>
        </p:nvSpPr>
        <p:spPr>
          <a:xfrm>
            <a:off x="166255" y="1288473"/>
            <a:ext cx="6550430" cy="5012573"/>
          </a:xfrm>
        </p:spPr>
        <p:txBody>
          <a:bodyPr/>
          <a:lstStyle/>
          <a:p>
            <a:r>
              <a:rPr lang="en-US" dirty="0"/>
              <a:t>The motherboard is the </a:t>
            </a:r>
            <a:r>
              <a:rPr lang="en-US" b="1" dirty="0"/>
              <a:t>main circuit board</a:t>
            </a:r>
            <a:r>
              <a:rPr lang="en-US" dirty="0"/>
              <a:t> of a computer that connects and allows communication between all hardware components (CPU, RAM, GPU, storage, etc.).</a:t>
            </a:r>
          </a:p>
          <a:p>
            <a:r>
              <a:rPr lang="en-US" dirty="0"/>
              <a:t>It acts as the </a:t>
            </a:r>
            <a:r>
              <a:rPr lang="en-US" b="1" dirty="0"/>
              <a:t>central hub</a:t>
            </a:r>
            <a:r>
              <a:rPr lang="en-US" dirty="0"/>
              <a:t> that connects the CPU, RAM, storage, and other hardware.</a:t>
            </a:r>
          </a:p>
          <a:p>
            <a:r>
              <a:rPr lang="en-US" dirty="0"/>
              <a:t>It’s often called the </a:t>
            </a:r>
            <a:r>
              <a:rPr lang="en-US" b="1" dirty="0"/>
              <a:t>“heart” or “backbone”</a:t>
            </a:r>
            <a:r>
              <a:rPr lang="en-US" dirty="0"/>
              <a:t> of the computer system</a:t>
            </a:r>
          </a:p>
        </p:txBody>
      </p:sp>
      <p:pic>
        <p:nvPicPr>
          <p:cNvPr id="21" name="Picture 20">
            <a:extLst>
              <a:ext uri="{FF2B5EF4-FFF2-40B4-BE49-F238E27FC236}">
                <a16:creationId xmlns:a16="http://schemas.microsoft.com/office/drawing/2014/main" id="{57E92F47-90C1-4432-8684-CA145CF41D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8769" y="1730492"/>
            <a:ext cx="2650981" cy="3071533"/>
          </a:xfrm>
          <a:prstGeom prst="rect">
            <a:avLst/>
          </a:prstGeom>
          <a:ln>
            <a:no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DB7F7013-D812-4186-9375-F70D258E2C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7315" y="264179"/>
            <a:ext cx="2382809" cy="2760818"/>
          </a:xfrm>
          <a:prstGeom prst="rect">
            <a:avLst/>
          </a:prstGeom>
          <a:ln>
            <a:no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125884BF-F5A3-4864-A5CE-E4997DDBF3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1555" y="3429000"/>
            <a:ext cx="2650981" cy="30715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49336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97454-3F62-47A3-AA71-69BAA7C75AA6}"/>
              </a:ext>
            </a:extLst>
          </p:cNvPr>
          <p:cNvSpPr>
            <a:spLocks noGrp="1"/>
          </p:cNvSpPr>
          <p:nvPr>
            <p:ph type="title"/>
          </p:nvPr>
        </p:nvSpPr>
        <p:spPr>
          <a:xfrm>
            <a:off x="8395855" y="1479665"/>
            <a:ext cx="3591098" cy="841505"/>
          </a:xfrm>
        </p:spPr>
        <p:txBody>
          <a:bodyPr>
            <a:normAutofit fontScale="90000"/>
          </a:bodyPr>
          <a:lstStyle/>
          <a:p>
            <a:r>
              <a:rPr lang="en-US" dirty="0"/>
              <a:t>The History and Evolution of the Motherboard: A Timeline from </a:t>
            </a:r>
            <a:r>
              <a:rPr lang="en-US"/>
              <a:t>the 1980s </a:t>
            </a:r>
            <a:r>
              <a:rPr lang="en-US" dirty="0"/>
              <a:t>to Today</a:t>
            </a:r>
          </a:p>
        </p:txBody>
      </p:sp>
      <p:graphicFrame>
        <p:nvGraphicFramePr>
          <p:cNvPr id="6" name="Diagram 5">
            <a:extLst>
              <a:ext uri="{FF2B5EF4-FFF2-40B4-BE49-F238E27FC236}">
                <a16:creationId xmlns:a16="http://schemas.microsoft.com/office/drawing/2014/main" id="{00E505B6-F727-4EC5-BE99-2B0428418DB4}"/>
              </a:ext>
            </a:extLst>
          </p:cNvPr>
          <p:cNvGraphicFramePr/>
          <p:nvPr>
            <p:extLst>
              <p:ext uri="{D42A27DB-BD31-4B8C-83A1-F6EECF244321}">
                <p14:modId xmlns:p14="http://schemas.microsoft.com/office/powerpoint/2010/main" val="3003607206"/>
              </p:ext>
            </p:extLst>
          </p:nvPr>
        </p:nvGraphicFramePr>
        <p:xfrm>
          <a:off x="-622995" y="-598516"/>
          <a:ext cx="10141068" cy="7622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1884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DCBB6-81B6-446E-9C5E-BDE5D56EA06D}"/>
              </a:ext>
            </a:extLst>
          </p:cNvPr>
          <p:cNvSpPr>
            <a:spLocks noGrp="1"/>
          </p:cNvSpPr>
          <p:nvPr>
            <p:ph type="title"/>
          </p:nvPr>
        </p:nvSpPr>
        <p:spPr>
          <a:xfrm>
            <a:off x="372688" y="257059"/>
            <a:ext cx="6684818" cy="1496927"/>
          </a:xfrm>
        </p:spPr>
        <p:txBody>
          <a:bodyPr/>
          <a:lstStyle/>
          <a:p>
            <a:r>
              <a:rPr lang="en-US" dirty="0"/>
              <a:t>Main Components of a </a:t>
            </a:r>
            <a:r>
              <a:rPr lang="en-US" dirty="0">
                <a:latin typeface="Cooper Black" panose="0208090404030B020404" pitchFamily="18" charset="0"/>
              </a:rPr>
              <a:t>Motherboard</a:t>
            </a:r>
          </a:p>
        </p:txBody>
      </p:sp>
      <p:graphicFrame>
        <p:nvGraphicFramePr>
          <p:cNvPr id="9" name="Content Placeholder 8">
            <a:extLst>
              <a:ext uri="{FF2B5EF4-FFF2-40B4-BE49-F238E27FC236}">
                <a16:creationId xmlns:a16="http://schemas.microsoft.com/office/drawing/2014/main" id="{F725B1F3-4C17-4D07-9396-BAF7458F4B88}"/>
              </a:ext>
            </a:extLst>
          </p:cNvPr>
          <p:cNvGraphicFramePr>
            <a:graphicFrameLocks noGrp="1"/>
          </p:cNvGraphicFramePr>
          <p:nvPr>
            <p:ph idx="1"/>
            <p:extLst>
              <p:ext uri="{D42A27DB-BD31-4B8C-83A1-F6EECF244321}">
                <p14:modId xmlns:p14="http://schemas.microsoft.com/office/powerpoint/2010/main" val="422602568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6212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4475B-2F06-492B-A1D2-75E7415AB9D4}"/>
              </a:ext>
            </a:extLst>
          </p:cNvPr>
          <p:cNvSpPr>
            <a:spLocks noGrp="1"/>
          </p:cNvSpPr>
          <p:nvPr>
            <p:ph type="title"/>
          </p:nvPr>
        </p:nvSpPr>
        <p:spPr>
          <a:xfrm>
            <a:off x="1303712" y="-114181"/>
            <a:ext cx="6460375" cy="1225175"/>
          </a:xfrm>
        </p:spPr>
        <p:txBody>
          <a:bodyPr/>
          <a:lstStyle/>
          <a:p>
            <a:r>
              <a:rPr lang="en-US" dirty="0"/>
              <a:t>Types Of </a:t>
            </a:r>
            <a:r>
              <a:rPr lang="en-US" dirty="0">
                <a:latin typeface="Cooper Black" panose="0208090404030B020404" pitchFamily="18" charset="0"/>
              </a:rPr>
              <a:t>Motherboard</a:t>
            </a:r>
          </a:p>
        </p:txBody>
      </p:sp>
      <p:sp>
        <p:nvSpPr>
          <p:cNvPr id="5" name="Rectangle 2">
            <a:extLst>
              <a:ext uri="{FF2B5EF4-FFF2-40B4-BE49-F238E27FC236}">
                <a16:creationId xmlns:a16="http://schemas.microsoft.com/office/drawing/2014/main" id="{C8366A00-2028-49A8-BE2F-63D20961A090}"/>
              </a:ext>
            </a:extLst>
          </p:cNvPr>
          <p:cNvSpPr>
            <a:spLocks noGrp="1" noChangeArrowheads="1"/>
          </p:cNvSpPr>
          <p:nvPr>
            <p:ph idx="1"/>
          </p:nvPr>
        </p:nvSpPr>
        <p:spPr bwMode="auto">
          <a:xfrm>
            <a:off x="221048" y="2269029"/>
            <a:ext cx="11500521"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solidFill>
                <a:effectLst/>
                <a:latin typeface="Arial" panose="020B0604020202020204" pitchFamily="34" charset="0"/>
              </a:rPr>
              <a:t>ATX</a:t>
            </a:r>
            <a:r>
              <a:rPr kumimoji="0" lang="en-US" altLang="en-US" sz="2500" b="0" i="0" u="none" strike="noStrike" cap="none" normalizeH="0" baseline="0" dirty="0">
                <a:ln>
                  <a:noFill/>
                </a:ln>
                <a:solidFill>
                  <a:schemeClr val="tx1"/>
                </a:solidFill>
                <a:effectLst/>
                <a:latin typeface="Arial" panose="020B0604020202020204" pitchFamily="34" charset="0"/>
              </a:rPr>
              <a:t> – Full-sized, most features, expansion slots, best for gaming/workstations.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5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solidFill>
                <a:effectLst/>
                <a:latin typeface="Arial" panose="020B0604020202020204" pitchFamily="34" charset="0"/>
              </a:rPr>
              <a:t>Micro-ATX</a:t>
            </a:r>
            <a:r>
              <a:rPr kumimoji="0" lang="en-US" altLang="en-US" sz="2500" b="0" i="0" u="none" strike="noStrike" cap="none" normalizeH="0" baseline="0" dirty="0">
                <a:ln>
                  <a:noFill/>
                </a:ln>
                <a:solidFill>
                  <a:schemeClr val="tx1"/>
                </a:solidFill>
                <a:effectLst/>
                <a:latin typeface="Arial" panose="020B0604020202020204" pitchFamily="34" charset="0"/>
              </a:rPr>
              <a:t> – Smaller, fewer expansion slots, good for budget builds.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5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1" i="0" u="none" strike="noStrike" cap="none" normalizeH="0" baseline="0" dirty="0">
                <a:ln>
                  <a:noFill/>
                </a:ln>
                <a:solidFill>
                  <a:schemeClr val="tx1"/>
                </a:solidFill>
                <a:effectLst/>
                <a:latin typeface="Arial" panose="020B0604020202020204" pitchFamily="34" charset="0"/>
              </a:rPr>
              <a:t>Mini-ITX</a:t>
            </a:r>
            <a:r>
              <a:rPr kumimoji="0" lang="en-US" altLang="en-US" sz="2500" b="0" i="0" u="none" strike="noStrike" cap="none" normalizeH="0" baseline="0" dirty="0">
                <a:ln>
                  <a:noFill/>
                </a:ln>
                <a:solidFill>
                  <a:schemeClr val="tx1"/>
                </a:solidFill>
                <a:effectLst/>
                <a:latin typeface="Arial" panose="020B0604020202020204" pitchFamily="34" charset="0"/>
              </a:rPr>
              <a:t> – Very compact, limited slots, ideal for small PCs/HTPCs.</a:t>
            </a:r>
          </a:p>
        </p:txBody>
      </p:sp>
      <p:sp>
        <p:nvSpPr>
          <p:cNvPr id="6" name="TextBox 5">
            <a:extLst>
              <a:ext uri="{FF2B5EF4-FFF2-40B4-BE49-F238E27FC236}">
                <a16:creationId xmlns:a16="http://schemas.microsoft.com/office/drawing/2014/main" id="{7DA0E27D-C82E-470E-AF76-614AD68C340C}"/>
              </a:ext>
            </a:extLst>
          </p:cNvPr>
          <p:cNvSpPr txBox="1"/>
          <p:nvPr/>
        </p:nvSpPr>
        <p:spPr>
          <a:xfrm>
            <a:off x="102522" y="1162326"/>
            <a:ext cx="7661565" cy="584775"/>
          </a:xfrm>
          <a:prstGeom prst="rect">
            <a:avLst/>
          </a:prstGeom>
          <a:noFill/>
        </p:spPr>
        <p:txBody>
          <a:bodyPr wrap="square" rtlCol="0">
            <a:spAutoFit/>
          </a:bodyPr>
          <a:lstStyle/>
          <a:p>
            <a:r>
              <a:rPr lang="en-US" sz="3200" dirty="0">
                <a:latin typeface="Arial Black" panose="020B0A04020102020204" pitchFamily="34" charset="0"/>
              </a:rPr>
              <a:t>1.By Form Factor ( Shape/Size )</a:t>
            </a:r>
          </a:p>
        </p:txBody>
      </p:sp>
    </p:spTree>
    <p:extLst>
      <p:ext uri="{BB962C8B-B14F-4D97-AF65-F5344CB8AC3E}">
        <p14:creationId xmlns:p14="http://schemas.microsoft.com/office/powerpoint/2010/main" val="3910305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7749-651E-49E9-A33A-BD53855642A2}"/>
              </a:ext>
            </a:extLst>
          </p:cNvPr>
          <p:cNvSpPr>
            <a:spLocks noGrp="1"/>
          </p:cNvSpPr>
          <p:nvPr>
            <p:ph type="title"/>
          </p:nvPr>
        </p:nvSpPr>
        <p:spPr>
          <a:xfrm>
            <a:off x="306185" y="124692"/>
            <a:ext cx="8713123" cy="1039092"/>
          </a:xfrm>
        </p:spPr>
        <p:txBody>
          <a:bodyPr>
            <a:normAutofit/>
          </a:bodyPr>
          <a:lstStyle/>
          <a:p>
            <a:r>
              <a:rPr lang="en-US" sz="3500" dirty="0">
                <a:latin typeface="Komika axis"/>
              </a:rPr>
              <a:t>2. By CPU </a:t>
            </a:r>
            <a:r>
              <a:rPr lang="en-US" sz="3500" dirty="0">
                <a:latin typeface="Cooper Black" panose="0208090404030B020404" pitchFamily="18" charset="0"/>
              </a:rPr>
              <a:t>Compatibility</a:t>
            </a:r>
          </a:p>
        </p:txBody>
      </p:sp>
      <p:graphicFrame>
        <p:nvGraphicFramePr>
          <p:cNvPr id="4" name="Diagram 3">
            <a:extLst>
              <a:ext uri="{FF2B5EF4-FFF2-40B4-BE49-F238E27FC236}">
                <a16:creationId xmlns:a16="http://schemas.microsoft.com/office/drawing/2014/main" id="{FE41FA83-2396-49B9-B994-EFDB26DA3CAA}"/>
              </a:ext>
            </a:extLst>
          </p:cNvPr>
          <p:cNvGraphicFramePr/>
          <p:nvPr>
            <p:extLst>
              <p:ext uri="{D42A27DB-BD31-4B8C-83A1-F6EECF244321}">
                <p14:modId xmlns:p14="http://schemas.microsoft.com/office/powerpoint/2010/main" val="2455097680"/>
              </p:ext>
            </p:extLst>
          </p:nvPr>
        </p:nvGraphicFramePr>
        <p:xfrm>
          <a:off x="306185" y="1142998"/>
          <a:ext cx="6330606" cy="45720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74C1EB6F-B83D-4EE0-8EC1-E72ADD6FFD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98364" y="2101478"/>
            <a:ext cx="3997643" cy="4631830"/>
          </a:xfrm>
          <a:prstGeom prst="rect">
            <a:avLst/>
          </a:prstGeom>
        </p:spPr>
      </p:pic>
    </p:spTree>
    <p:extLst>
      <p:ext uri="{BB962C8B-B14F-4D97-AF65-F5344CB8AC3E}">
        <p14:creationId xmlns:p14="http://schemas.microsoft.com/office/powerpoint/2010/main" val="444495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48AFF-5353-457E-97A4-207B71CCCF2C}"/>
              </a:ext>
            </a:extLst>
          </p:cNvPr>
          <p:cNvSpPr>
            <a:spLocks noGrp="1"/>
          </p:cNvSpPr>
          <p:nvPr>
            <p:ph type="title"/>
          </p:nvPr>
        </p:nvSpPr>
        <p:spPr>
          <a:xfrm>
            <a:off x="522316" y="315249"/>
            <a:ext cx="10515600" cy="1325563"/>
          </a:xfrm>
        </p:spPr>
        <p:txBody>
          <a:bodyPr/>
          <a:lstStyle/>
          <a:p>
            <a:r>
              <a:rPr lang="en-US" dirty="0"/>
              <a:t>Function Of </a:t>
            </a:r>
            <a:r>
              <a:rPr lang="en-US" dirty="0">
                <a:latin typeface="Cooper Black" panose="0208090404030B020404" pitchFamily="18" charset="0"/>
              </a:rPr>
              <a:t>Motherboard</a:t>
            </a:r>
          </a:p>
        </p:txBody>
      </p:sp>
      <p:sp>
        <p:nvSpPr>
          <p:cNvPr id="4" name="Rectangle 1">
            <a:extLst>
              <a:ext uri="{FF2B5EF4-FFF2-40B4-BE49-F238E27FC236}">
                <a16:creationId xmlns:a16="http://schemas.microsoft.com/office/drawing/2014/main" id="{3691C343-AE0E-4BC5-9ACF-4BBD314D203E}"/>
              </a:ext>
            </a:extLst>
          </p:cNvPr>
          <p:cNvSpPr>
            <a:spLocks noGrp="1" noChangeArrowheads="1"/>
          </p:cNvSpPr>
          <p:nvPr>
            <p:ph idx="1"/>
          </p:nvPr>
        </p:nvSpPr>
        <p:spPr bwMode="auto">
          <a:xfrm>
            <a:off x="671946" y="1772252"/>
            <a:ext cx="840383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Connects All Components:</a:t>
            </a:r>
            <a:r>
              <a:rPr kumimoji="0" lang="en-US" altLang="en-US" sz="1800" b="0" i="0" u="none" strike="noStrike" cap="none" normalizeH="0" baseline="0" dirty="0">
                <a:ln>
                  <a:noFill/>
                </a:ln>
                <a:solidFill>
                  <a:schemeClr val="tx1"/>
                </a:solidFill>
                <a:effectLst/>
                <a:latin typeface="Arial" panose="020B0604020202020204" pitchFamily="34" charset="0"/>
              </a:rPr>
              <a:t> Links CPU, RAM, GPU, and storage devices.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Power Distribution:</a:t>
            </a:r>
            <a:r>
              <a:rPr kumimoji="0" lang="en-US" altLang="en-US" sz="1800" b="0" i="0" u="none" strike="noStrike" cap="none" normalizeH="0" baseline="0" dirty="0">
                <a:ln>
                  <a:noFill/>
                </a:ln>
                <a:solidFill>
                  <a:schemeClr val="tx1"/>
                </a:solidFill>
                <a:effectLst/>
                <a:latin typeface="Arial" panose="020B0604020202020204" pitchFamily="34" charset="0"/>
              </a:rPr>
              <a:t> Distributes power from the PSU to different parts.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Communication:</a:t>
            </a:r>
            <a:r>
              <a:rPr kumimoji="0" lang="en-US" altLang="en-US" sz="1800" b="0" i="0" u="none" strike="noStrike" cap="none" normalizeH="0" baseline="0" dirty="0">
                <a:ln>
                  <a:noFill/>
                </a:ln>
                <a:solidFill>
                  <a:schemeClr val="tx1"/>
                </a:solidFill>
                <a:effectLst/>
                <a:latin typeface="Arial" panose="020B0604020202020204" pitchFamily="34" charset="0"/>
              </a:rPr>
              <a:t> Transfers data between CPU, memory, and peripherals.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Holds BIOS/UEFI:</a:t>
            </a:r>
            <a:r>
              <a:rPr kumimoji="0" lang="en-US" altLang="en-US" sz="1800" b="0" i="0" u="none" strike="noStrike" cap="none" normalizeH="0" baseline="0" dirty="0">
                <a:ln>
                  <a:noFill/>
                </a:ln>
                <a:solidFill>
                  <a:schemeClr val="tx1"/>
                </a:solidFill>
                <a:effectLst/>
                <a:latin typeface="Arial" panose="020B0604020202020204" pitchFamily="34" charset="0"/>
              </a:rPr>
              <a:t> Stores firmware that starts the computer.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Expansion Support:</a:t>
            </a:r>
            <a:r>
              <a:rPr kumimoji="0" lang="en-US" altLang="en-US" sz="1800" b="0" i="0" u="none" strike="noStrike" cap="none" normalizeH="0" baseline="0" dirty="0">
                <a:ln>
                  <a:noFill/>
                </a:ln>
                <a:solidFill>
                  <a:schemeClr val="tx1"/>
                </a:solidFill>
                <a:effectLst/>
                <a:latin typeface="Arial" panose="020B0604020202020204" pitchFamily="34" charset="0"/>
              </a:rPr>
              <a:t> Provides slots (PCIe, M.2) for graphics and other cards.</a:t>
            </a:r>
          </a:p>
        </p:txBody>
      </p:sp>
    </p:spTree>
    <p:extLst>
      <p:ext uri="{BB962C8B-B14F-4D97-AF65-F5344CB8AC3E}">
        <p14:creationId xmlns:p14="http://schemas.microsoft.com/office/powerpoint/2010/main" val="1047054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BBC0A-D030-4669-A6C9-C213388721BE}"/>
              </a:ext>
            </a:extLst>
          </p:cNvPr>
          <p:cNvSpPr>
            <a:spLocks noGrp="1"/>
          </p:cNvSpPr>
          <p:nvPr>
            <p:ph type="title"/>
          </p:nvPr>
        </p:nvSpPr>
        <p:spPr/>
        <p:txBody>
          <a:bodyPr/>
          <a:lstStyle/>
          <a:p>
            <a:r>
              <a:rPr lang="en-US" dirty="0"/>
              <a:t>Working Principle of </a:t>
            </a:r>
            <a:r>
              <a:rPr lang="en-US" dirty="0">
                <a:latin typeface="Arial Black" panose="020B0A04020102020204" pitchFamily="34" charset="0"/>
              </a:rPr>
              <a:t>Motherboard</a:t>
            </a:r>
          </a:p>
        </p:txBody>
      </p:sp>
      <p:graphicFrame>
        <p:nvGraphicFramePr>
          <p:cNvPr id="4" name="Content Placeholder 3">
            <a:extLst>
              <a:ext uri="{FF2B5EF4-FFF2-40B4-BE49-F238E27FC236}">
                <a16:creationId xmlns:a16="http://schemas.microsoft.com/office/drawing/2014/main" id="{B721DBC0-B5AF-4EAD-99D7-BC9EC3F6E90B}"/>
              </a:ext>
            </a:extLst>
          </p:cNvPr>
          <p:cNvGraphicFramePr>
            <a:graphicFrameLocks noGrp="1"/>
          </p:cNvGraphicFramePr>
          <p:nvPr>
            <p:ph idx="1"/>
            <p:extLst>
              <p:ext uri="{D42A27DB-BD31-4B8C-83A1-F6EECF244321}">
                <p14:modId xmlns:p14="http://schemas.microsoft.com/office/powerpoint/2010/main" val="2223228793"/>
              </p:ext>
            </p:extLst>
          </p:nvPr>
        </p:nvGraphicFramePr>
        <p:xfrm>
          <a:off x="-117763" y="1576243"/>
          <a:ext cx="11373196" cy="47414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8187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3B0FD-1A5D-4AD5-A9F1-6BF74759BF3F}"/>
              </a:ext>
            </a:extLst>
          </p:cNvPr>
          <p:cNvSpPr>
            <a:spLocks noGrp="1"/>
          </p:cNvSpPr>
          <p:nvPr>
            <p:ph type="title"/>
          </p:nvPr>
        </p:nvSpPr>
        <p:spPr>
          <a:xfrm>
            <a:off x="347748" y="257088"/>
            <a:ext cx="12162906" cy="1009651"/>
          </a:xfrm>
        </p:spPr>
        <p:txBody>
          <a:bodyPr>
            <a:normAutofit/>
          </a:bodyPr>
          <a:lstStyle/>
          <a:p>
            <a:r>
              <a:rPr lang="en-US" sz="3600" dirty="0"/>
              <a:t>Factors to Consider When Choosing a </a:t>
            </a:r>
            <a:r>
              <a:rPr lang="en-US" sz="3600" dirty="0">
                <a:latin typeface="Cooper Black" panose="0208090404030B020404" pitchFamily="18" charset="0"/>
              </a:rPr>
              <a:t>Motherboard</a:t>
            </a:r>
          </a:p>
        </p:txBody>
      </p:sp>
      <p:sp>
        <p:nvSpPr>
          <p:cNvPr id="4" name="Rectangle 1">
            <a:extLst>
              <a:ext uri="{FF2B5EF4-FFF2-40B4-BE49-F238E27FC236}">
                <a16:creationId xmlns:a16="http://schemas.microsoft.com/office/drawing/2014/main" id="{8ECB6972-1B72-40FF-8B96-28A99C733824}"/>
              </a:ext>
            </a:extLst>
          </p:cNvPr>
          <p:cNvSpPr>
            <a:spLocks noGrp="1" noChangeArrowheads="1"/>
          </p:cNvSpPr>
          <p:nvPr>
            <p:ph idx="1"/>
          </p:nvPr>
        </p:nvSpPr>
        <p:spPr bwMode="auto">
          <a:xfrm>
            <a:off x="439189" y="1462004"/>
            <a:ext cx="983583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CPU Compatibility</a:t>
            </a:r>
            <a:r>
              <a:rPr kumimoji="0" lang="en-US" altLang="en-US" sz="1800" b="0" i="0" u="none" strike="noStrike" cap="none" normalizeH="0" baseline="0" dirty="0">
                <a:ln>
                  <a:noFill/>
                </a:ln>
                <a:solidFill>
                  <a:schemeClr val="tx1"/>
                </a:solidFill>
                <a:effectLst/>
                <a:latin typeface="Arial" panose="020B0604020202020204" pitchFamily="34" charset="0"/>
              </a:rPr>
              <a:t> – Check if it supports your processor’s brand and socket type.]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Form Factor (Size)</a:t>
            </a:r>
            <a:r>
              <a:rPr kumimoji="0" lang="en-US" altLang="en-US" sz="1800" b="0" i="0" u="none" strike="noStrike" cap="none" normalizeH="0" baseline="0" dirty="0">
                <a:ln>
                  <a:noFill/>
                </a:ln>
                <a:solidFill>
                  <a:schemeClr val="tx1"/>
                </a:solidFill>
                <a:effectLst/>
                <a:latin typeface="Arial" panose="020B0604020202020204" pitchFamily="34" charset="0"/>
              </a:rPr>
              <a:t> – Choose between ATX, Micro-ATX, or Mini-ITX based on your case size.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RAM Support</a:t>
            </a:r>
            <a:r>
              <a:rPr kumimoji="0" lang="en-US" altLang="en-US" sz="1800" b="0" i="0" u="none" strike="noStrike" cap="none" normalizeH="0" baseline="0" dirty="0">
                <a:ln>
                  <a:noFill/>
                </a:ln>
                <a:solidFill>
                  <a:schemeClr val="tx1"/>
                </a:solidFill>
                <a:effectLst/>
                <a:latin typeface="Arial" panose="020B0604020202020204" pitchFamily="34" charset="0"/>
              </a:rPr>
              <a:t> – Number of slots, DDR version (DDR4 or DDR5), and max capacity.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Expansion Slots</a:t>
            </a:r>
            <a:r>
              <a:rPr kumimoji="0" lang="en-US" altLang="en-US" sz="1800" b="0" i="0" u="none" strike="noStrike" cap="none" normalizeH="0" baseline="0" dirty="0">
                <a:ln>
                  <a:noFill/>
                </a:ln>
                <a:solidFill>
                  <a:schemeClr val="tx1"/>
                </a:solidFill>
                <a:effectLst/>
                <a:latin typeface="Arial" panose="020B0604020202020204" pitchFamily="34" charset="0"/>
              </a:rPr>
              <a:t> – For graphics cards, sound cards, etc.</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Connectivity</a:t>
            </a:r>
            <a:r>
              <a:rPr kumimoji="0" lang="en-US" altLang="en-US" sz="1800" b="0" i="0" u="none" strike="noStrike" cap="none" normalizeH="0" baseline="0" dirty="0">
                <a:ln>
                  <a:noFill/>
                </a:ln>
                <a:solidFill>
                  <a:schemeClr val="tx1"/>
                </a:solidFill>
                <a:effectLst/>
                <a:latin typeface="Arial" panose="020B0604020202020204" pitchFamily="34" charset="0"/>
              </a:rPr>
              <a:t> – USB ports, Wi-Fi, Bluetooth, and M.2/SATA for storage.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14871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9353F-C5AA-495A-B742-43700DFA782F}"/>
              </a:ext>
            </a:extLst>
          </p:cNvPr>
          <p:cNvSpPr>
            <a:spLocks noGrp="1"/>
          </p:cNvSpPr>
          <p:nvPr>
            <p:ph type="title"/>
          </p:nvPr>
        </p:nvSpPr>
        <p:spPr>
          <a:xfrm>
            <a:off x="272935" y="232757"/>
            <a:ext cx="11140440" cy="1208550"/>
          </a:xfrm>
        </p:spPr>
        <p:txBody>
          <a:bodyPr/>
          <a:lstStyle/>
          <a:p>
            <a:r>
              <a:rPr lang="en-US" dirty="0"/>
              <a:t>Intel </a:t>
            </a:r>
            <a:r>
              <a:rPr lang="en-US" dirty="0">
                <a:latin typeface="Arial Black" panose="020B0A04020102020204" pitchFamily="34" charset="0"/>
              </a:rPr>
              <a:t>Motherboard</a:t>
            </a:r>
            <a:r>
              <a:rPr lang="en-US" dirty="0"/>
              <a:t> &amp; AMD </a:t>
            </a:r>
            <a:r>
              <a:rPr lang="en-US" dirty="0">
                <a:latin typeface="Arial Black" panose="020B0A04020102020204" pitchFamily="34" charset="0"/>
              </a:rPr>
              <a:t>Motherboard</a:t>
            </a:r>
          </a:p>
        </p:txBody>
      </p:sp>
      <p:sp>
        <p:nvSpPr>
          <p:cNvPr id="6" name="Rectangle 1">
            <a:extLst>
              <a:ext uri="{FF2B5EF4-FFF2-40B4-BE49-F238E27FC236}">
                <a16:creationId xmlns:a16="http://schemas.microsoft.com/office/drawing/2014/main" id="{898BA37B-7383-41D6-A998-7A30D3DA9C81}"/>
              </a:ext>
            </a:extLst>
          </p:cNvPr>
          <p:cNvSpPr>
            <a:spLocks noGrp="1" noChangeArrowheads="1"/>
          </p:cNvSpPr>
          <p:nvPr>
            <p:ph idx="1"/>
          </p:nvPr>
        </p:nvSpPr>
        <p:spPr bwMode="auto">
          <a:xfrm>
            <a:off x="480754" y="1609527"/>
            <a:ext cx="6920421" cy="3638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dirty="0"/>
              <a:t>Strong </a:t>
            </a:r>
            <a:r>
              <a:rPr lang="en-US" sz="1800" b="1" dirty="0"/>
              <a:t>single-core performance</a:t>
            </a:r>
            <a:endParaRPr lang="en-US" sz="1800" dirty="0"/>
          </a:p>
          <a:p>
            <a:r>
              <a:rPr lang="en-US" sz="1800" dirty="0"/>
              <a:t>Great for </a:t>
            </a:r>
            <a:r>
              <a:rPr lang="en-US" sz="1800" b="1" dirty="0"/>
              <a:t>office work, productivity, and light gaming</a:t>
            </a:r>
            <a:endParaRPr lang="en-US" sz="1800" dirty="0"/>
          </a:p>
          <a:p>
            <a:r>
              <a:rPr lang="en-US" sz="1800" dirty="0"/>
              <a:t>Often includes </a:t>
            </a:r>
            <a:r>
              <a:rPr lang="en-US" sz="1800" b="1" dirty="0"/>
              <a:t>latest connectivity features</a:t>
            </a:r>
            <a:r>
              <a:rPr lang="en-US" sz="1800" dirty="0"/>
              <a:t> (like Thunderbolt, Wi-Fi 7)</a:t>
            </a:r>
          </a:p>
          <a:p>
            <a:endParaRPr lang="en-US" sz="1800" dirty="0"/>
          </a:p>
          <a:p>
            <a:endParaRPr lang="en-US" sz="1800" dirty="0"/>
          </a:p>
          <a:p>
            <a:endParaRPr lang="en-US" sz="1800" b="1" dirty="0"/>
          </a:p>
          <a:p>
            <a:r>
              <a:rPr lang="en-US" sz="1800" b="1" dirty="0"/>
              <a:t>Expensive</a:t>
            </a:r>
            <a:r>
              <a:rPr lang="en-US" sz="1800" dirty="0"/>
              <a:t> compared to AMD for similar performance</a:t>
            </a:r>
          </a:p>
          <a:p>
            <a:r>
              <a:rPr lang="en-US" sz="1800" b="1" dirty="0"/>
              <a:t>Frequent socket changes</a:t>
            </a:r>
            <a:r>
              <a:rPr lang="en-US" sz="1800" dirty="0"/>
              <a:t> — limited upgrade options</a:t>
            </a:r>
          </a:p>
          <a:p>
            <a:r>
              <a:rPr lang="en-US" sz="1800" b="1" dirty="0"/>
              <a:t>Higher power consumption</a:t>
            </a:r>
            <a:r>
              <a:rPr lang="en-US" sz="1800" dirty="0"/>
              <a:t> on some models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4" name="Picture 23">
            <a:extLst>
              <a:ext uri="{FF2B5EF4-FFF2-40B4-BE49-F238E27FC236}">
                <a16:creationId xmlns:a16="http://schemas.microsoft.com/office/drawing/2014/main" id="{9D4C5332-6818-4677-9D56-116B1E065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479" y="3341716"/>
            <a:ext cx="5021960" cy="3348627"/>
          </a:xfrm>
          <a:prstGeom prst="rect">
            <a:avLst/>
          </a:prstGeom>
        </p:spPr>
      </p:pic>
    </p:spTree>
    <p:extLst>
      <p:ext uri="{BB962C8B-B14F-4D97-AF65-F5344CB8AC3E}">
        <p14:creationId xmlns:p14="http://schemas.microsoft.com/office/powerpoint/2010/main" val="824802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5944-E414-49E7-94E2-D0C1FF1FF861}"/>
              </a:ext>
            </a:extLst>
          </p:cNvPr>
          <p:cNvSpPr>
            <a:spLocks noGrp="1"/>
          </p:cNvSpPr>
          <p:nvPr>
            <p:ph type="title"/>
          </p:nvPr>
        </p:nvSpPr>
        <p:spPr>
          <a:xfrm>
            <a:off x="272934" y="173933"/>
            <a:ext cx="10515600" cy="1325563"/>
          </a:xfrm>
        </p:spPr>
        <p:txBody>
          <a:bodyPr/>
          <a:lstStyle/>
          <a:p>
            <a:r>
              <a:rPr lang="en-US" dirty="0"/>
              <a:t>AMD </a:t>
            </a:r>
            <a:r>
              <a:rPr lang="en-US" dirty="0">
                <a:latin typeface="Cooper Black" panose="0208090404030B020404" pitchFamily="18" charset="0"/>
              </a:rPr>
              <a:t>Motherboard</a:t>
            </a:r>
            <a:r>
              <a:rPr lang="en-US" dirty="0"/>
              <a:t> </a:t>
            </a:r>
          </a:p>
        </p:txBody>
      </p:sp>
      <p:sp>
        <p:nvSpPr>
          <p:cNvPr id="3" name="Content Placeholder 2">
            <a:extLst>
              <a:ext uri="{FF2B5EF4-FFF2-40B4-BE49-F238E27FC236}">
                <a16:creationId xmlns:a16="http://schemas.microsoft.com/office/drawing/2014/main" id="{06E5A377-E31C-4FAC-ACC1-3A9367044BFF}"/>
              </a:ext>
            </a:extLst>
          </p:cNvPr>
          <p:cNvSpPr>
            <a:spLocks noGrp="1"/>
          </p:cNvSpPr>
          <p:nvPr>
            <p:ph idx="1"/>
          </p:nvPr>
        </p:nvSpPr>
        <p:spPr>
          <a:xfrm>
            <a:off x="272934" y="1576243"/>
            <a:ext cx="10515600" cy="4351338"/>
          </a:xfrm>
        </p:spPr>
        <p:txBody>
          <a:bodyPr/>
          <a:lstStyle/>
          <a:p>
            <a:r>
              <a:rPr lang="en-US" b="1" dirty="0"/>
              <a:t>Excellent gaming performance</a:t>
            </a:r>
            <a:r>
              <a:rPr lang="en-US" dirty="0"/>
              <a:t> and </a:t>
            </a:r>
            <a:r>
              <a:rPr lang="en-US" b="1" dirty="0"/>
              <a:t>multitasking</a:t>
            </a:r>
            <a:endParaRPr lang="en-US" dirty="0"/>
          </a:p>
          <a:p>
            <a:r>
              <a:rPr lang="en-US" b="1" dirty="0"/>
              <a:t>Better value for money</a:t>
            </a:r>
            <a:endParaRPr lang="en-US" dirty="0"/>
          </a:p>
          <a:p>
            <a:r>
              <a:rPr lang="en-US" b="1" dirty="0"/>
              <a:t>Long-term socket support</a:t>
            </a:r>
            <a:r>
              <a:rPr lang="en-US" dirty="0"/>
              <a:t> (easy to upgrade CPU)</a:t>
            </a:r>
          </a:p>
          <a:p>
            <a:r>
              <a:rPr lang="en-US" b="1" dirty="0"/>
              <a:t>Efficient and cooler</a:t>
            </a:r>
            <a:r>
              <a:rPr lang="en-US" dirty="0"/>
              <a:t> operation</a:t>
            </a:r>
          </a:p>
          <a:p>
            <a:pPr marL="0" indent="0">
              <a:buNone/>
            </a:pPr>
            <a:endParaRPr lang="en-US" b="1" dirty="0"/>
          </a:p>
          <a:p>
            <a:pPr marL="0" indent="0">
              <a:buNone/>
            </a:pPr>
            <a:endParaRPr lang="en-US" b="1" dirty="0"/>
          </a:p>
          <a:p>
            <a:r>
              <a:rPr lang="en-US" dirty="0"/>
              <a:t>Slightly </a:t>
            </a:r>
            <a:r>
              <a:rPr lang="en-US" b="1" dirty="0"/>
              <a:t>lower single-core performance</a:t>
            </a:r>
            <a:r>
              <a:rPr lang="en-US" dirty="0"/>
              <a:t> on some older models</a:t>
            </a:r>
          </a:p>
          <a:p>
            <a:r>
              <a:rPr lang="en-US" b="1" dirty="0"/>
              <a:t>Fewer high-end motherboard options</a:t>
            </a:r>
            <a:r>
              <a:rPr lang="en-US" dirty="0"/>
              <a:t> in certain markets</a:t>
            </a:r>
          </a:p>
          <a:p>
            <a:endParaRPr lang="en-US" dirty="0"/>
          </a:p>
        </p:txBody>
      </p:sp>
      <p:pic>
        <p:nvPicPr>
          <p:cNvPr id="5" name="Picture 4">
            <a:extLst>
              <a:ext uri="{FF2B5EF4-FFF2-40B4-BE49-F238E27FC236}">
                <a16:creationId xmlns:a16="http://schemas.microsoft.com/office/drawing/2014/main" id="{2382FA85-BDB9-418C-A800-7075D662D9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9903" y="1246303"/>
            <a:ext cx="3076316" cy="3076316"/>
          </a:xfrm>
          <a:prstGeom prst="rect">
            <a:avLst/>
          </a:prstGeom>
          <a:ln>
            <a:noFill/>
          </a:ln>
          <a:effectLst>
            <a:softEdge rad="112500"/>
          </a:effectLst>
        </p:spPr>
      </p:pic>
    </p:spTree>
    <p:extLst>
      <p:ext uri="{BB962C8B-B14F-4D97-AF65-F5344CB8AC3E}">
        <p14:creationId xmlns:p14="http://schemas.microsoft.com/office/powerpoint/2010/main" val="2125016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CFAD-B650-4812-BDFB-5795015FAA94}"/>
              </a:ext>
            </a:extLst>
          </p:cNvPr>
          <p:cNvSpPr>
            <a:spLocks noGrp="1"/>
          </p:cNvSpPr>
          <p:nvPr>
            <p:ph type="title"/>
          </p:nvPr>
        </p:nvSpPr>
        <p:spPr/>
        <p:txBody>
          <a:bodyPr/>
          <a:lstStyle/>
          <a:p>
            <a:r>
              <a:rPr lang="en-US" dirty="0">
                <a:latin typeface="Arial Black" panose="020B0A04020102020204" pitchFamily="34" charset="0"/>
              </a:rPr>
              <a:t>Presented</a:t>
            </a:r>
            <a:r>
              <a:rPr lang="en-US" dirty="0"/>
              <a:t> By:</a:t>
            </a:r>
          </a:p>
        </p:txBody>
      </p:sp>
      <p:sp>
        <p:nvSpPr>
          <p:cNvPr id="3" name="Content Placeholder 2">
            <a:extLst>
              <a:ext uri="{FF2B5EF4-FFF2-40B4-BE49-F238E27FC236}">
                <a16:creationId xmlns:a16="http://schemas.microsoft.com/office/drawing/2014/main" id="{BDEBCFA3-640E-4405-96D9-1B372A38F8BA}"/>
              </a:ext>
            </a:extLst>
          </p:cNvPr>
          <p:cNvSpPr>
            <a:spLocks noGrp="1"/>
          </p:cNvSpPr>
          <p:nvPr>
            <p:ph idx="1"/>
          </p:nvPr>
        </p:nvSpPr>
        <p:spPr/>
        <p:txBody>
          <a:bodyPr/>
          <a:lstStyle/>
          <a:p>
            <a:r>
              <a:rPr lang="en-US" dirty="0"/>
              <a:t>Anish Giri (@azure.15_69)</a:t>
            </a:r>
          </a:p>
          <a:p>
            <a:r>
              <a:rPr lang="en-US" dirty="0" err="1"/>
              <a:t>Aabishkar</a:t>
            </a:r>
            <a:r>
              <a:rPr lang="en-US" dirty="0"/>
              <a:t> Acharya (@</a:t>
            </a:r>
            <a:r>
              <a:rPr lang="en-US" dirty="0" err="1"/>
              <a:t>abhi_motuu</a:t>
            </a:r>
            <a:r>
              <a:rPr lang="en-US" dirty="0"/>
              <a:t>)</a:t>
            </a:r>
          </a:p>
          <a:p>
            <a:r>
              <a:rPr lang="en-US" dirty="0" err="1"/>
              <a:t>Aakarshan</a:t>
            </a:r>
            <a:r>
              <a:rPr lang="en-US" dirty="0"/>
              <a:t> </a:t>
            </a:r>
            <a:r>
              <a:rPr lang="en-US" dirty="0" err="1"/>
              <a:t>karki</a:t>
            </a:r>
            <a:r>
              <a:rPr lang="en-US" dirty="0"/>
              <a:t> (@aaku0909_)</a:t>
            </a:r>
          </a:p>
          <a:p>
            <a:r>
              <a:rPr lang="en-US" dirty="0" err="1"/>
              <a:t>Prakat</a:t>
            </a:r>
            <a:r>
              <a:rPr lang="en-US" dirty="0"/>
              <a:t> </a:t>
            </a:r>
            <a:r>
              <a:rPr lang="en-US" dirty="0" err="1"/>
              <a:t>Baral</a:t>
            </a:r>
            <a:r>
              <a:rPr lang="en-US" dirty="0"/>
              <a:t> (@</a:t>
            </a:r>
            <a:r>
              <a:rPr lang="en-US" dirty="0" err="1"/>
              <a:t>prakat_baral</a:t>
            </a:r>
            <a:r>
              <a:rPr lang="en-US" dirty="0"/>
              <a:t>)</a:t>
            </a:r>
          </a:p>
        </p:txBody>
      </p:sp>
      <p:pic>
        <p:nvPicPr>
          <p:cNvPr id="7" name="Picture 6">
            <a:extLst>
              <a:ext uri="{FF2B5EF4-FFF2-40B4-BE49-F238E27FC236}">
                <a16:creationId xmlns:a16="http://schemas.microsoft.com/office/drawing/2014/main" id="{26D4B1A6-F822-44D4-A5ED-E7351CF32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9497" y="1875501"/>
            <a:ext cx="353883" cy="352310"/>
          </a:xfrm>
          <a:prstGeom prst="rect">
            <a:avLst/>
          </a:prstGeom>
        </p:spPr>
      </p:pic>
      <p:pic>
        <p:nvPicPr>
          <p:cNvPr id="8" name="Picture 7">
            <a:extLst>
              <a:ext uri="{FF2B5EF4-FFF2-40B4-BE49-F238E27FC236}">
                <a16:creationId xmlns:a16="http://schemas.microsoft.com/office/drawing/2014/main" id="{5EC6AAE4-32C1-4C29-937D-37B113D8B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5802" y="2377036"/>
            <a:ext cx="353883" cy="352310"/>
          </a:xfrm>
          <a:prstGeom prst="rect">
            <a:avLst/>
          </a:prstGeom>
        </p:spPr>
      </p:pic>
      <p:pic>
        <p:nvPicPr>
          <p:cNvPr id="9" name="Picture 8">
            <a:extLst>
              <a:ext uri="{FF2B5EF4-FFF2-40B4-BE49-F238E27FC236}">
                <a16:creationId xmlns:a16="http://schemas.microsoft.com/office/drawing/2014/main" id="{7CE310EF-2405-4678-B5F1-0CE95EFFD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2239" y="2895196"/>
            <a:ext cx="353883" cy="352310"/>
          </a:xfrm>
          <a:prstGeom prst="rect">
            <a:avLst/>
          </a:prstGeom>
        </p:spPr>
      </p:pic>
      <p:pic>
        <p:nvPicPr>
          <p:cNvPr id="10" name="Picture 9">
            <a:extLst>
              <a:ext uri="{FF2B5EF4-FFF2-40B4-BE49-F238E27FC236}">
                <a16:creationId xmlns:a16="http://schemas.microsoft.com/office/drawing/2014/main" id="{B8662B98-F47D-4C7F-833D-2AB4F7846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5067" y="3420687"/>
            <a:ext cx="353883" cy="352310"/>
          </a:xfrm>
          <a:prstGeom prst="rect">
            <a:avLst/>
          </a:prstGeom>
        </p:spPr>
      </p:pic>
      <p:sp>
        <p:nvSpPr>
          <p:cNvPr id="11" name="TextBox 10">
            <a:extLst>
              <a:ext uri="{FF2B5EF4-FFF2-40B4-BE49-F238E27FC236}">
                <a16:creationId xmlns:a16="http://schemas.microsoft.com/office/drawing/2014/main" id="{B5DAA064-02FB-487C-97F0-4B9782250BB0}"/>
              </a:ext>
            </a:extLst>
          </p:cNvPr>
          <p:cNvSpPr txBox="1"/>
          <p:nvPr/>
        </p:nvSpPr>
        <p:spPr>
          <a:xfrm>
            <a:off x="434439" y="4420982"/>
            <a:ext cx="10515600" cy="923330"/>
          </a:xfrm>
          <a:prstGeom prst="rect">
            <a:avLst/>
          </a:prstGeom>
          <a:noFill/>
        </p:spPr>
        <p:txBody>
          <a:bodyPr wrap="square" rtlCol="0">
            <a:spAutoFit/>
          </a:bodyPr>
          <a:lstStyle/>
          <a:p>
            <a:r>
              <a:rPr lang="en-US" sz="5400" dirty="0">
                <a:latin typeface="Perpetua" panose="02020502060401020303" pitchFamily="18" charset="0"/>
              </a:rPr>
              <a:t>Thank you for bearing with us</a:t>
            </a:r>
          </a:p>
        </p:txBody>
      </p:sp>
    </p:spTree>
    <p:extLst>
      <p:ext uri="{BB962C8B-B14F-4D97-AF65-F5344CB8AC3E}">
        <p14:creationId xmlns:p14="http://schemas.microsoft.com/office/powerpoint/2010/main" val="3811084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609</TotalTime>
  <Words>688</Words>
  <Application>Microsoft Office PowerPoint</Application>
  <PresentationFormat>Widescreen</PresentationFormat>
  <Paragraphs>98</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Arial Black</vt:lpstr>
      <vt:lpstr>Calibri</vt:lpstr>
      <vt:lpstr>Calibri Light</vt:lpstr>
      <vt:lpstr>Cooper Black</vt:lpstr>
      <vt:lpstr>Komika axis</vt:lpstr>
      <vt:lpstr>Perpetua</vt:lpstr>
      <vt:lpstr>Office Theme</vt:lpstr>
      <vt:lpstr>PowerPoint Presentation</vt:lpstr>
      <vt:lpstr>What is Motherboard?</vt:lpstr>
      <vt:lpstr>The History and Evolution of the Motherboard: A Timeline from the 1980s to Today</vt:lpstr>
      <vt:lpstr>Main Components of a Motherboard</vt:lpstr>
      <vt:lpstr>Types Of Motherboard</vt:lpstr>
      <vt:lpstr>2. By CPU Compatibility</vt:lpstr>
      <vt:lpstr>Function Of Motherboard</vt:lpstr>
      <vt:lpstr>Working Principle of Motherboard</vt:lpstr>
      <vt:lpstr>Factors to Consider When Choosing a Motherboard</vt:lpstr>
      <vt:lpstr>Intel Motherboard &amp; AMD Motherboard</vt:lpstr>
      <vt:lpstr>AMD Motherboard </vt:lpstr>
      <vt:lpstr>Presented By: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Motherboard</dc:title>
  <dc:creator>Anish giri</dc:creator>
  <cp:lastModifiedBy>Anish giri</cp:lastModifiedBy>
  <cp:revision>36</cp:revision>
  <dcterms:created xsi:type="dcterms:W3CDTF">2025-11-07T13:50:56Z</dcterms:created>
  <dcterms:modified xsi:type="dcterms:W3CDTF">2025-11-09T01:48:38Z</dcterms:modified>
</cp:coreProperties>
</file>